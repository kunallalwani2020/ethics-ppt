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1" r:id="rId5"/>
    <p:sldId id="286" r:id="rId6"/>
    <p:sldId id="287" r:id="rId7"/>
    <p:sldId id="288" r:id="rId8"/>
    <p:sldId id="348" r:id="rId9"/>
    <p:sldId id="349" r:id="rId1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635"/>
    <a:srgbClr val="5DD5FF"/>
    <a:srgbClr val="00217E"/>
    <a:srgbClr val="600000"/>
    <a:srgbClr val="FF8225"/>
    <a:srgbClr val="FF2549"/>
    <a:srgbClr val="FF0D97"/>
    <a:srgbClr val="0000CC"/>
    <a:srgbClr val="9EFF29"/>
    <a:srgbClr val="C800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6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FCB9AF-758F-4F4D-9658-4B7F859E25A9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4FCABA-9904-40DA-A773-01D08A009B25}">
      <dgm:prSet phldrT="[Text]"/>
      <dgm:spPr/>
      <dgm:t>
        <a:bodyPr/>
        <a:lstStyle/>
        <a:p>
          <a:r>
            <a:rPr lang="en-US" dirty="0"/>
            <a:t>character</a:t>
          </a:r>
        </a:p>
      </dgm:t>
    </dgm:pt>
    <dgm:pt modelId="{F7867A33-8F02-478D-9587-391454E3C0CE}" type="parTrans" cxnId="{B63135A6-C90D-4A98-8619-5B2ADD379673}">
      <dgm:prSet/>
      <dgm:spPr/>
      <dgm:t>
        <a:bodyPr/>
        <a:lstStyle/>
        <a:p>
          <a:endParaRPr lang="en-US"/>
        </a:p>
      </dgm:t>
    </dgm:pt>
    <dgm:pt modelId="{4B0FF3AE-BF0F-47BC-A5D3-C6C5F92BA1C5}" type="sibTrans" cxnId="{B63135A6-C90D-4A98-8619-5B2ADD379673}">
      <dgm:prSet/>
      <dgm:spPr/>
      <dgm:t>
        <a:bodyPr/>
        <a:lstStyle/>
        <a:p>
          <a:endParaRPr lang="en-US"/>
        </a:p>
      </dgm:t>
    </dgm:pt>
    <dgm:pt modelId="{13C8C10C-1250-4BD3-9179-55E832967506}">
      <dgm:prSet phldrT="[Text]"/>
      <dgm:spPr/>
      <dgm:t>
        <a:bodyPr/>
        <a:lstStyle/>
        <a:p>
          <a:r>
            <a:rPr lang="en-US" dirty="0"/>
            <a:t>Attitude</a:t>
          </a:r>
        </a:p>
      </dgm:t>
    </dgm:pt>
    <dgm:pt modelId="{4E941F1A-DC71-40A1-AA15-49818AE3E351}" type="parTrans" cxnId="{9ECBDCD1-563C-4FED-A2B7-5D1A2EC875EB}">
      <dgm:prSet/>
      <dgm:spPr/>
      <dgm:t>
        <a:bodyPr/>
        <a:lstStyle/>
        <a:p>
          <a:endParaRPr lang="en-US"/>
        </a:p>
      </dgm:t>
    </dgm:pt>
    <dgm:pt modelId="{08C61960-FD1C-4845-9366-5E407D2C18C8}" type="sibTrans" cxnId="{9ECBDCD1-563C-4FED-A2B7-5D1A2EC875EB}">
      <dgm:prSet/>
      <dgm:spPr/>
      <dgm:t>
        <a:bodyPr/>
        <a:lstStyle/>
        <a:p>
          <a:endParaRPr lang="en-US"/>
        </a:p>
      </dgm:t>
    </dgm:pt>
    <dgm:pt modelId="{8D62C0BD-B892-49E4-B904-3272D9E093CF}">
      <dgm:prSet phldrT="[Text]"/>
      <dgm:spPr/>
      <dgm:t>
        <a:bodyPr/>
        <a:lstStyle/>
        <a:p>
          <a:r>
            <a:rPr lang="en-US" dirty="0"/>
            <a:t>internal</a:t>
          </a:r>
        </a:p>
      </dgm:t>
    </dgm:pt>
    <dgm:pt modelId="{61476A8C-0086-4002-933E-9E45208F3015}" type="parTrans" cxnId="{F9944127-4064-4621-AEED-A5CE73F821C8}">
      <dgm:prSet/>
      <dgm:spPr/>
      <dgm:t>
        <a:bodyPr/>
        <a:lstStyle/>
        <a:p>
          <a:endParaRPr lang="en-US"/>
        </a:p>
      </dgm:t>
    </dgm:pt>
    <dgm:pt modelId="{4B42C426-75D3-47D7-9E05-4394F456BE20}" type="sibTrans" cxnId="{F9944127-4064-4621-AEED-A5CE73F821C8}">
      <dgm:prSet/>
      <dgm:spPr/>
      <dgm:t>
        <a:bodyPr/>
        <a:lstStyle/>
        <a:p>
          <a:endParaRPr lang="en-US"/>
        </a:p>
      </dgm:t>
    </dgm:pt>
    <dgm:pt modelId="{D793935D-68C3-4D9E-9BDA-33FEB0ADFA55}">
      <dgm:prSet phldrT="[Text]"/>
      <dgm:spPr/>
      <dgm:t>
        <a:bodyPr/>
        <a:lstStyle/>
        <a:p>
          <a:r>
            <a:rPr lang="en-US" dirty="0"/>
            <a:t>Invisible</a:t>
          </a:r>
        </a:p>
      </dgm:t>
    </dgm:pt>
    <dgm:pt modelId="{8A8B758D-E494-41C4-B303-FA0139094C1E}" type="parTrans" cxnId="{B53D5F84-8D0A-4171-8E06-76EEA68D64A8}">
      <dgm:prSet/>
      <dgm:spPr/>
      <dgm:t>
        <a:bodyPr/>
        <a:lstStyle/>
        <a:p>
          <a:endParaRPr lang="en-US"/>
        </a:p>
      </dgm:t>
    </dgm:pt>
    <dgm:pt modelId="{F0BD46AB-5608-4AA2-B5A2-860FF0F5027A}" type="sibTrans" cxnId="{B53D5F84-8D0A-4171-8E06-76EEA68D64A8}">
      <dgm:prSet/>
      <dgm:spPr/>
      <dgm:t>
        <a:bodyPr/>
        <a:lstStyle/>
        <a:p>
          <a:endParaRPr lang="en-US"/>
        </a:p>
      </dgm:t>
    </dgm:pt>
    <dgm:pt modelId="{529A1EDE-5DC0-446F-9859-141F45670B8B}">
      <dgm:prSet phldrT="[Text]"/>
      <dgm:spPr/>
      <dgm:t>
        <a:bodyPr/>
        <a:lstStyle/>
        <a:p>
          <a:r>
            <a:rPr lang="en-US" dirty="0"/>
            <a:t>Behavior</a:t>
          </a:r>
        </a:p>
      </dgm:t>
    </dgm:pt>
    <dgm:pt modelId="{4FC7B932-BCEC-4641-A0BD-9177046A16D1}" type="parTrans" cxnId="{EF838182-FBDC-4A4A-A808-6B53AD03F716}">
      <dgm:prSet/>
      <dgm:spPr/>
      <dgm:t>
        <a:bodyPr/>
        <a:lstStyle/>
        <a:p>
          <a:endParaRPr lang="en-US"/>
        </a:p>
      </dgm:t>
    </dgm:pt>
    <dgm:pt modelId="{B97A6FA2-29E6-4AE8-A49B-95E34BC98C50}" type="sibTrans" cxnId="{EF838182-FBDC-4A4A-A808-6B53AD03F716}">
      <dgm:prSet/>
      <dgm:spPr/>
      <dgm:t>
        <a:bodyPr/>
        <a:lstStyle/>
        <a:p>
          <a:endParaRPr lang="en-US"/>
        </a:p>
      </dgm:t>
    </dgm:pt>
    <dgm:pt modelId="{D82DA7DB-B547-48F9-9304-3CA61BE72025}">
      <dgm:prSet phldrT="[Text]"/>
      <dgm:spPr/>
      <dgm:t>
        <a:bodyPr/>
        <a:lstStyle/>
        <a:p>
          <a:r>
            <a:rPr lang="en-US" dirty="0"/>
            <a:t>External </a:t>
          </a:r>
        </a:p>
      </dgm:t>
    </dgm:pt>
    <dgm:pt modelId="{8AB95371-8E1E-4A75-BFE0-3C8A38B6BD0C}" type="parTrans" cxnId="{85CD2E3D-6FF4-490D-A007-77F388868695}">
      <dgm:prSet/>
      <dgm:spPr/>
      <dgm:t>
        <a:bodyPr/>
        <a:lstStyle/>
        <a:p>
          <a:endParaRPr lang="en-US"/>
        </a:p>
      </dgm:t>
    </dgm:pt>
    <dgm:pt modelId="{3C4A325B-6DE7-4F04-8A20-5F80CA4D9B30}" type="sibTrans" cxnId="{85CD2E3D-6FF4-490D-A007-77F388868695}">
      <dgm:prSet/>
      <dgm:spPr/>
      <dgm:t>
        <a:bodyPr/>
        <a:lstStyle/>
        <a:p>
          <a:endParaRPr lang="en-US"/>
        </a:p>
      </dgm:t>
    </dgm:pt>
    <dgm:pt modelId="{B953E979-C4C3-446C-B74A-8C7F5ABB19F6}">
      <dgm:prSet phldrT="[Text]"/>
      <dgm:spPr/>
      <dgm:t>
        <a:bodyPr/>
        <a:lstStyle/>
        <a:p>
          <a:r>
            <a:rPr lang="en-US" dirty="0"/>
            <a:t>Visible</a:t>
          </a:r>
        </a:p>
      </dgm:t>
    </dgm:pt>
    <dgm:pt modelId="{93CC0D0D-B188-4FA7-9716-455A535772FC}" type="parTrans" cxnId="{006CC864-5A08-4A3B-AECB-3DAE03867035}">
      <dgm:prSet/>
      <dgm:spPr/>
      <dgm:t>
        <a:bodyPr/>
        <a:lstStyle/>
        <a:p>
          <a:endParaRPr lang="en-US"/>
        </a:p>
      </dgm:t>
    </dgm:pt>
    <dgm:pt modelId="{4D6B36B3-DAF9-4FB1-A9A0-A8B512DC2E4D}" type="sibTrans" cxnId="{006CC864-5A08-4A3B-AECB-3DAE03867035}">
      <dgm:prSet/>
      <dgm:spPr/>
      <dgm:t>
        <a:bodyPr/>
        <a:lstStyle/>
        <a:p>
          <a:endParaRPr lang="en-US"/>
        </a:p>
      </dgm:t>
    </dgm:pt>
    <dgm:pt modelId="{F114FA22-6D31-4857-B373-A31E80519F4F}">
      <dgm:prSet phldrT="[Text]"/>
      <dgm:spPr/>
      <dgm:t>
        <a:bodyPr/>
        <a:lstStyle/>
        <a:p>
          <a:r>
            <a:rPr lang="en-US" dirty="0"/>
            <a:t>independent</a:t>
          </a:r>
        </a:p>
      </dgm:t>
    </dgm:pt>
    <dgm:pt modelId="{D6D9BD4B-22F1-4F78-9C1F-0663CD3CD65B}" type="parTrans" cxnId="{F0741DA0-F3A9-4577-B090-DC81D6D8DC68}">
      <dgm:prSet/>
      <dgm:spPr/>
      <dgm:t>
        <a:bodyPr/>
        <a:lstStyle/>
        <a:p>
          <a:endParaRPr lang="en-US"/>
        </a:p>
      </dgm:t>
    </dgm:pt>
    <dgm:pt modelId="{7294EF4D-A53F-4CF4-86DC-9D7858A9CA8B}" type="sibTrans" cxnId="{F0741DA0-F3A9-4577-B090-DC81D6D8DC68}">
      <dgm:prSet/>
      <dgm:spPr/>
      <dgm:t>
        <a:bodyPr/>
        <a:lstStyle/>
        <a:p>
          <a:endParaRPr lang="en-US"/>
        </a:p>
      </dgm:t>
    </dgm:pt>
    <dgm:pt modelId="{03E263B2-4AF1-4512-975F-F19D8846FC72}">
      <dgm:prSet phldrT="[Text]"/>
      <dgm:spPr/>
      <dgm:t>
        <a:bodyPr/>
        <a:lstStyle/>
        <a:p>
          <a:r>
            <a:rPr lang="en-US" dirty="0"/>
            <a:t>dependent</a:t>
          </a:r>
        </a:p>
      </dgm:t>
    </dgm:pt>
    <dgm:pt modelId="{D724C1C5-0AAE-41CF-AFA4-AC531CC29C6D}" type="parTrans" cxnId="{381241F3-79FE-4FBC-83DD-E5A582EFB84B}">
      <dgm:prSet/>
      <dgm:spPr/>
      <dgm:t>
        <a:bodyPr/>
        <a:lstStyle/>
        <a:p>
          <a:endParaRPr lang="en-US"/>
        </a:p>
      </dgm:t>
    </dgm:pt>
    <dgm:pt modelId="{8E06DDBE-E6C9-4681-A66F-0162193943DF}" type="sibTrans" cxnId="{381241F3-79FE-4FBC-83DD-E5A582EFB84B}">
      <dgm:prSet/>
      <dgm:spPr/>
      <dgm:t>
        <a:bodyPr/>
        <a:lstStyle/>
        <a:p>
          <a:endParaRPr lang="en-US"/>
        </a:p>
      </dgm:t>
    </dgm:pt>
    <dgm:pt modelId="{DC8842D0-61FB-4DCF-8FF5-E483D7BF995B}" type="pres">
      <dgm:prSet presAssocID="{6CFCB9AF-758F-4F4D-9658-4B7F859E25A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6AB4194-76D2-414B-9EFC-09CB9BA4187E}" type="pres">
      <dgm:prSet presAssocID="{C94FCABA-9904-40DA-A773-01D08A009B25}" presName="root" presStyleCnt="0"/>
      <dgm:spPr/>
    </dgm:pt>
    <dgm:pt modelId="{EAC7DA92-D570-4650-9830-6DF16056B7BB}" type="pres">
      <dgm:prSet presAssocID="{C94FCABA-9904-40DA-A773-01D08A009B25}" presName="rootComposite" presStyleCnt="0"/>
      <dgm:spPr/>
    </dgm:pt>
    <dgm:pt modelId="{8519A919-5516-40AF-9668-F6E3662AF02F}" type="pres">
      <dgm:prSet presAssocID="{C94FCABA-9904-40DA-A773-01D08A009B25}" presName="rootText" presStyleLbl="node1" presStyleIdx="0" presStyleCnt="1"/>
      <dgm:spPr/>
    </dgm:pt>
    <dgm:pt modelId="{84B4DCD2-2261-41E6-9B47-96EA8DD6642E}" type="pres">
      <dgm:prSet presAssocID="{C94FCABA-9904-40DA-A773-01D08A009B25}" presName="rootConnector" presStyleLbl="node1" presStyleIdx="0" presStyleCnt="1"/>
      <dgm:spPr/>
    </dgm:pt>
    <dgm:pt modelId="{E5C18698-3F56-4BCE-A7A3-202DC09B5B16}" type="pres">
      <dgm:prSet presAssocID="{C94FCABA-9904-40DA-A773-01D08A009B25}" presName="childShape" presStyleCnt="0"/>
      <dgm:spPr/>
    </dgm:pt>
    <dgm:pt modelId="{6331E97D-02C5-4643-B740-840E78DF264A}" type="pres">
      <dgm:prSet presAssocID="{4E941F1A-DC71-40A1-AA15-49818AE3E351}" presName="Name13" presStyleLbl="parChTrans1D2" presStyleIdx="0" presStyleCnt="2"/>
      <dgm:spPr/>
    </dgm:pt>
    <dgm:pt modelId="{C7AE6EB3-D502-496C-BF21-A7679E6B8FA3}" type="pres">
      <dgm:prSet presAssocID="{13C8C10C-1250-4BD3-9179-55E832967506}" presName="childText" presStyleLbl="bgAcc1" presStyleIdx="0" presStyleCnt="2">
        <dgm:presLayoutVars>
          <dgm:bulletEnabled val="1"/>
        </dgm:presLayoutVars>
      </dgm:prSet>
      <dgm:spPr/>
    </dgm:pt>
    <dgm:pt modelId="{567A1CF8-F0AC-43A1-87CA-CD128C6E9C7D}" type="pres">
      <dgm:prSet presAssocID="{4FC7B932-BCEC-4641-A0BD-9177046A16D1}" presName="Name13" presStyleLbl="parChTrans1D2" presStyleIdx="1" presStyleCnt="2"/>
      <dgm:spPr/>
    </dgm:pt>
    <dgm:pt modelId="{700975CA-F2E4-4C16-8B31-5F8E170D7784}" type="pres">
      <dgm:prSet presAssocID="{529A1EDE-5DC0-446F-9859-141F45670B8B}" presName="childText" presStyleLbl="bgAcc1" presStyleIdx="1" presStyleCnt="2">
        <dgm:presLayoutVars>
          <dgm:bulletEnabled val="1"/>
        </dgm:presLayoutVars>
      </dgm:prSet>
      <dgm:spPr/>
    </dgm:pt>
  </dgm:ptLst>
  <dgm:cxnLst>
    <dgm:cxn modelId="{8A11161F-376A-497E-BBC4-D4AC1350B231}" type="presOf" srcId="{D793935D-68C3-4D9E-9BDA-33FEB0ADFA55}" destId="{C7AE6EB3-D502-496C-BF21-A7679E6B8FA3}" srcOrd="0" destOrd="2" presId="urn:microsoft.com/office/officeart/2005/8/layout/hierarchy3"/>
    <dgm:cxn modelId="{F9944127-4064-4621-AEED-A5CE73F821C8}" srcId="{13C8C10C-1250-4BD3-9179-55E832967506}" destId="{8D62C0BD-B892-49E4-B904-3272D9E093CF}" srcOrd="0" destOrd="0" parTransId="{61476A8C-0086-4002-933E-9E45208F3015}" sibTransId="{4B42C426-75D3-47D7-9E05-4394F456BE20}"/>
    <dgm:cxn modelId="{85CD2E3D-6FF4-490D-A007-77F388868695}" srcId="{529A1EDE-5DC0-446F-9859-141F45670B8B}" destId="{D82DA7DB-B547-48F9-9304-3CA61BE72025}" srcOrd="0" destOrd="0" parTransId="{8AB95371-8E1E-4A75-BFE0-3C8A38B6BD0C}" sibTransId="{3C4A325B-6DE7-4F04-8A20-5F80CA4D9B30}"/>
    <dgm:cxn modelId="{8EECEA5E-0988-4610-9378-E7DFAE7B6A03}" type="presOf" srcId="{03E263B2-4AF1-4512-975F-F19D8846FC72}" destId="{700975CA-F2E4-4C16-8B31-5F8E170D7784}" srcOrd="0" destOrd="3" presId="urn:microsoft.com/office/officeart/2005/8/layout/hierarchy3"/>
    <dgm:cxn modelId="{006CC864-5A08-4A3B-AECB-3DAE03867035}" srcId="{529A1EDE-5DC0-446F-9859-141F45670B8B}" destId="{B953E979-C4C3-446C-B74A-8C7F5ABB19F6}" srcOrd="1" destOrd="0" parTransId="{93CC0D0D-B188-4FA7-9716-455A535772FC}" sibTransId="{4D6B36B3-DAF9-4FB1-A9A0-A8B512DC2E4D}"/>
    <dgm:cxn modelId="{F3D00747-6C3F-49A9-8741-21B7335838C7}" type="presOf" srcId="{F114FA22-6D31-4857-B373-A31E80519F4F}" destId="{C7AE6EB3-D502-496C-BF21-A7679E6B8FA3}" srcOrd="0" destOrd="3" presId="urn:microsoft.com/office/officeart/2005/8/layout/hierarchy3"/>
    <dgm:cxn modelId="{F01E1673-8839-4D00-A192-6AD84A6791FF}" type="presOf" srcId="{4E941F1A-DC71-40A1-AA15-49818AE3E351}" destId="{6331E97D-02C5-4643-B740-840E78DF264A}" srcOrd="0" destOrd="0" presId="urn:microsoft.com/office/officeart/2005/8/layout/hierarchy3"/>
    <dgm:cxn modelId="{EF838182-FBDC-4A4A-A808-6B53AD03F716}" srcId="{C94FCABA-9904-40DA-A773-01D08A009B25}" destId="{529A1EDE-5DC0-446F-9859-141F45670B8B}" srcOrd="1" destOrd="0" parTransId="{4FC7B932-BCEC-4641-A0BD-9177046A16D1}" sibTransId="{B97A6FA2-29E6-4AE8-A49B-95E34BC98C50}"/>
    <dgm:cxn modelId="{B53D5F84-8D0A-4171-8E06-76EEA68D64A8}" srcId="{13C8C10C-1250-4BD3-9179-55E832967506}" destId="{D793935D-68C3-4D9E-9BDA-33FEB0ADFA55}" srcOrd="1" destOrd="0" parTransId="{8A8B758D-E494-41C4-B303-FA0139094C1E}" sibTransId="{F0BD46AB-5608-4AA2-B5A2-860FF0F5027A}"/>
    <dgm:cxn modelId="{0B26508F-E8C3-4C01-8670-3A7619B71635}" type="presOf" srcId="{C94FCABA-9904-40DA-A773-01D08A009B25}" destId="{8519A919-5516-40AF-9668-F6E3662AF02F}" srcOrd="0" destOrd="0" presId="urn:microsoft.com/office/officeart/2005/8/layout/hierarchy3"/>
    <dgm:cxn modelId="{B099958F-00E2-4979-A7CB-035B341CA97E}" type="presOf" srcId="{4FC7B932-BCEC-4641-A0BD-9177046A16D1}" destId="{567A1CF8-F0AC-43A1-87CA-CD128C6E9C7D}" srcOrd="0" destOrd="0" presId="urn:microsoft.com/office/officeart/2005/8/layout/hierarchy3"/>
    <dgm:cxn modelId="{ABE0E192-166D-46AC-97EE-A73A5C8A1D27}" type="presOf" srcId="{529A1EDE-5DC0-446F-9859-141F45670B8B}" destId="{700975CA-F2E4-4C16-8B31-5F8E170D7784}" srcOrd="0" destOrd="0" presId="urn:microsoft.com/office/officeart/2005/8/layout/hierarchy3"/>
    <dgm:cxn modelId="{1A1F4F95-D96F-41CC-8214-926555B85884}" type="presOf" srcId="{13C8C10C-1250-4BD3-9179-55E832967506}" destId="{C7AE6EB3-D502-496C-BF21-A7679E6B8FA3}" srcOrd="0" destOrd="0" presId="urn:microsoft.com/office/officeart/2005/8/layout/hierarchy3"/>
    <dgm:cxn modelId="{E733C997-C5EA-4E70-BD5C-95DDBD89F655}" type="presOf" srcId="{D82DA7DB-B547-48F9-9304-3CA61BE72025}" destId="{700975CA-F2E4-4C16-8B31-5F8E170D7784}" srcOrd="0" destOrd="1" presId="urn:microsoft.com/office/officeart/2005/8/layout/hierarchy3"/>
    <dgm:cxn modelId="{F0741DA0-F3A9-4577-B090-DC81D6D8DC68}" srcId="{13C8C10C-1250-4BD3-9179-55E832967506}" destId="{F114FA22-6D31-4857-B373-A31E80519F4F}" srcOrd="2" destOrd="0" parTransId="{D6D9BD4B-22F1-4F78-9C1F-0663CD3CD65B}" sibTransId="{7294EF4D-A53F-4CF4-86DC-9D7858A9CA8B}"/>
    <dgm:cxn modelId="{B63135A6-C90D-4A98-8619-5B2ADD379673}" srcId="{6CFCB9AF-758F-4F4D-9658-4B7F859E25A9}" destId="{C94FCABA-9904-40DA-A773-01D08A009B25}" srcOrd="0" destOrd="0" parTransId="{F7867A33-8F02-478D-9587-391454E3C0CE}" sibTransId="{4B0FF3AE-BF0F-47BC-A5D3-C6C5F92BA1C5}"/>
    <dgm:cxn modelId="{B67017C5-E368-41FD-98CF-CE5528D74958}" type="presOf" srcId="{C94FCABA-9904-40DA-A773-01D08A009B25}" destId="{84B4DCD2-2261-41E6-9B47-96EA8DD6642E}" srcOrd="1" destOrd="0" presId="urn:microsoft.com/office/officeart/2005/8/layout/hierarchy3"/>
    <dgm:cxn modelId="{B91D9DCA-70D5-4C5C-BFC8-29757C8C887F}" type="presOf" srcId="{6CFCB9AF-758F-4F4D-9658-4B7F859E25A9}" destId="{DC8842D0-61FB-4DCF-8FF5-E483D7BF995B}" srcOrd="0" destOrd="0" presId="urn:microsoft.com/office/officeart/2005/8/layout/hierarchy3"/>
    <dgm:cxn modelId="{9ECBDCD1-563C-4FED-A2B7-5D1A2EC875EB}" srcId="{C94FCABA-9904-40DA-A773-01D08A009B25}" destId="{13C8C10C-1250-4BD3-9179-55E832967506}" srcOrd="0" destOrd="0" parTransId="{4E941F1A-DC71-40A1-AA15-49818AE3E351}" sibTransId="{08C61960-FD1C-4845-9366-5E407D2C18C8}"/>
    <dgm:cxn modelId="{DE072EEC-FED5-49F9-AD8B-B9FFA84910F4}" type="presOf" srcId="{B953E979-C4C3-446C-B74A-8C7F5ABB19F6}" destId="{700975CA-F2E4-4C16-8B31-5F8E170D7784}" srcOrd="0" destOrd="2" presId="urn:microsoft.com/office/officeart/2005/8/layout/hierarchy3"/>
    <dgm:cxn modelId="{E0790FEF-25F6-4FC9-BDD0-AA68EC943F0E}" type="presOf" srcId="{8D62C0BD-B892-49E4-B904-3272D9E093CF}" destId="{C7AE6EB3-D502-496C-BF21-A7679E6B8FA3}" srcOrd="0" destOrd="1" presId="urn:microsoft.com/office/officeart/2005/8/layout/hierarchy3"/>
    <dgm:cxn modelId="{381241F3-79FE-4FBC-83DD-E5A582EFB84B}" srcId="{529A1EDE-5DC0-446F-9859-141F45670B8B}" destId="{03E263B2-4AF1-4512-975F-F19D8846FC72}" srcOrd="2" destOrd="0" parTransId="{D724C1C5-0AAE-41CF-AFA4-AC531CC29C6D}" sibTransId="{8E06DDBE-E6C9-4681-A66F-0162193943DF}"/>
    <dgm:cxn modelId="{9EBE5502-5402-47B2-935D-2D9477385E2C}" type="presParOf" srcId="{DC8842D0-61FB-4DCF-8FF5-E483D7BF995B}" destId="{36AB4194-76D2-414B-9EFC-09CB9BA4187E}" srcOrd="0" destOrd="0" presId="urn:microsoft.com/office/officeart/2005/8/layout/hierarchy3"/>
    <dgm:cxn modelId="{9BC766B6-3CDA-42A4-940B-7951BB394409}" type="presParOf" srcId="{36AB4194-76D2-414B-9EFC-09CB9BA4187E}" destId="{EAC7DA92-D570-4650-9830-6DF16056B7BB}" srcOrd="0" destOrd="0" presId="urn:microsoft.com/office/officeart/2005/8/layout/hierarchy3"/>
    <dgm:cxn modelId="{5B5EBCA8-6837-46EE-B4C5-C2667CABBCA2}" type="presParOf" srcId="{EAC7DA92-D570-4650-9830-6DF16056B7BB}" destId="{8519A919-5516-40AF-9668-F6E3662AF02F}" srcOrd="0" destOrd="0" presId="urn:microsoft.com/office/officeart/2005/8/layout/hierarchy3"/>
    <dgm:cxn modelId="{E596AEC3-F624-4C0B-8ACC-84F32350A6C9}" type="presParOf" srcId="{EAC7DA92-D570-4650-9830-6DF16056B7BB}" destId="{84B4DCD2-2261-41E6-9B47-96EA8DD6642E}" srcOrd="1" destOrd="0" presId="urn:microsoft.com/office/officeart/2005/8/layout/hierarchy3"/>
    <dgm:cxn modelId="{D4DB0563-4775-4330-83F4-9EF121B30F9E}" type="presParOf" srcId="{36AB4194-76D2-414B-9EFC-09CB9BA4187E}" destId="{E5C18698-3F56-4BCE-A7A3-202DC09B5B16}" srcOrd="1" destOrd="0" presId="urn:microsoft.com/office/officeart/2005/8/layout/hierarchy3"/>
    <dgm:cxn modelId="{F3FAF2A8-EE51-42FA-9C7D-E0C5F26E6C45}" type="presParOf" srcId="{E5C18698-3F56-4BCE-A7A3-202DC09B5B16}" destId="{6331E97D-02C5-4643-B740-840E78DF264A}" srcOrd="0" destOrd="0" presId="urn:microsoft.com/office/officeart/2005/8/layout/hierarchy3"/>
    <dgm:cxn modelId="{F3B6CF0B-96DC-451D-9FE1-C5CF0CA23A25}" type="presParOf" srcId="{E5C18698-3F56-4BCE-A7A3-202DC09B5B16}" destId="{C7AE6EB3-D502-496C-BF21-A7679E6B8FA3}" srcOrd="1" destOrd="0" presId="urn:microsoft.com/office/officeart/2005/8/layout/hierarchy3"/>
    <dgm:cxn modelId="{178FE31F-E0FC-45C1-92C0-AE944A819D01}" type="presParOf" srcId="{E5C18698-3F56-4BCE-A7A3-202DC09B5B16}" destId="{567A1CF8-F0AC-43A1-87CA-CD128C6E9C7D}" srcOrd="2" destOrd="0" presId="urn:microsoft.com/office/officeart/2005/8/layout/hierarchy3"/>
    <dgm:cxn modelId="{D52B76E5-6E02-49BA-86AE-2E1A46DFED41}" type="presParOf" srcId="{E5C18698-3F56-4BCE-A7A3-202DC09B5B16}" destId="{700975CA-F2E4-4C16-8B31-5F8E170D7784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19A919-5516-40AF-9668-F6E3662AF02F}">
      <dsp:nvSpPr>
        <dsp:cNvPr id="0" name=""/>
        <dsp:cNvSpPr/>
      </dsp:nvSpPr>
      <dsp:spPr>
        <a:xfrm>
          <a:off x="3115610" y="1040"/>
          <a:ext cx="2012667" cy="10063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485" tIns="46990" rIns="70485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character</a:t>
          </a:r>
        </a:p>
      </dsp:txBody>
      <dsp:txXfrm>
        <a:off x="3145084" y="30514"/>
        <a:ext cx="1953719" cy="947385"/>
      </dsp:txXfrm>
    </dsp:sp>
    <dsp:sp modelId="{6331E97D-02C5-4643-B740-840E78DF264A}">
      <dsp:nvSpPr>
        <dsp:cNvPr id="0" name=""/>
        <dsp:cNvSpPr/>
      </dsp:nvSpPr>
      <dsp:spPr>
        <a:xfrm>
          <a:off x="3316876" y="1007374"/>
          <a:ext cx="201266" cy="7547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54750"/>
              </a:lnTo>
              <a:lnTo>
                <a:pt x="201266" y="75475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AE6EB3-D502-496C-BF21-A7679E6B8FA3}">
      <dsp:nvSpPr>
        <dsp:cNvPr id="0" name=""/>
        <dsp:cNvSpPr/>
      </dsp:nvSpPr>
      <dsp:spPr>
        <a:xfrm>
          <a:off x="3518143" y="1258958"/>
          <a:ext cx="1610134" cy="10063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Attitude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internal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Invisible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independent</a:t>
          </a:r>
        </a:p>
      </dsp:txBody>
      <dsp:txXfrm>
        <a:off x="3547617" y="1288432"/>
        <a:ext cx="1551186" cy="947385"/>
      </dsp:txXfrm>
    </dsp:sp>
    <dsp:sp modelId="{567A1CF8-F0AC-43A1-87CA-CD128C6E9C7D}">
      <dsp:nvSpPr>
        <dsp:cNvPr id="0" name=""/>
        <dsp:cNvSpPr/>
      </dsp:nvSpPr>
      <dsp:spPr>
        <a:xfrm>
          <a:off x="3316876" y="1007374"/>
          <a:ext cx="201266" cy="20126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12667"/>
              </a:lnTo>
              <a:lnTo>
                <a:pt x="201266" y="201266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0975CA-F2E4-4C16-8B31-5F8E170D7784}">
      <dsp:nvSpPr>
        <dsp:cNvPr id="0" name=""/>
        <dsp:cNvSpPr/>
      </dsp:nvSpPr>
      <dsp:spPr>
        <a:xfrm>
          <a:off x="3518143" y="2516875"/>
          <a:ext cx="1610134" cy="10063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Behavior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External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Visible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dependent</a:t>
          </a:r>
        </a:p>
      </dsp:txBody>
      <dsp:txXfrm>
        <a:off x="3547617" y="2546349"/>
        <a:ext cx="1551186" cy="9473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© Copyright </a:t>
            </a:r>
            <a:r>
              <a:rPr lang="en-US" b="1"/>
              <a:t>PresentationGO.com</a:t>
            </a:r>
            <a:r>
              <a:rPr lang="en-US"/>
              <a:t> – The free PowerPoint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071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4576" y="2551471"/>
            <a:ext cx="6740011" cy="1017639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827" y="3668664"/>
            <a:ext cx="8001000" cy="678426"/>
          </a:xfrm>
        </p:spPr>
        <p:txBody>
          <a:bodyPr>
            <a:normAutofit/>
          </a:bodyPr>
          <a:lstStyle>
            <a:lvl1pPr marL="0" indent="0" algn="l">
              <a:buNone/>
              <a:defRPr sz="2800" b="0" i="0">
                <a:solidFill>
                  <a:srgbClr val="FFC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3" y="312827"/>
            <a:ext cx="8259098" cy="763526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1445" y="1224116"/>
            <a:ext cx="8244349" cy="3524865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489" y="539273"/>
            <a:ext cx="6449920" cy="725349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22" y="1312606"/>
            <a:ext cx="6474543" cy="3508626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67" y="301139"/>
            <a:ext cx="8093365" cy="763525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611273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2083670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611273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083670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10/26/2023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3788" y="2477729"/>
            <a:ext cx="6658898" cy="1084006"/>
          </a:xfrm>
        </p:spPr>
        <p:txBody>
          <a:bodyPr>
            <a:normAutofit/>
          </a:bodyPr>
          <a:lstStyle/>
          <a:p>
            <a:r>
              <a:rPr lang="en-US" dirty="0"/>
              <a:t>The Standard As Value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1160" y="3694463"/>
            <a:ext cx="7986252" cy="73004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Concept of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Values that are important to people tend to affect the type of decision they make , how they perceive their environment and their actual behaviors.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Feature of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contain a judgmental element. </a:t>
            </a:r>
          </a:p>
          <a:p>
            <a:r>
              <a:rPr lang="en-US" dirty="0"/>
              <a:t>It carries individual or group idea regarding  which is good or bad which is preferable </a:t>
            </a:r>
          </a:p>
          <a:p>
            <a:r>
              <a:rPr lang="en-US" dirty="0"/>
              <a:t>Values are most central to the care of a person</a:t>
            </a:r>
          </a:p>
          <a:p>
            <a:r>
              <a:rPr lang="en-US" dirty="0"/>
              <a:t>Values may be specific</a:t>
            </a:r>
          </a:p>
          <a:p>
            <a:r>
              <a:rPr lang="en-US" dirty="0"/>
              <a:t>Value change as experience change values are personal  </a:t>
            </a:r>
          </a:p>
        </p:txBody>
      </p:sp>
    </p:spTree>
    <p:extLst>
      <p:ext uri="{BB962C8B-B14F-4D97-AF65-F5344CB8AC3E}">
        <p14:creationId xmlns:p14="http://schemas.microsoft.com/office/powerpoint/2010/main" val="1805221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1E5CC0E-7338-A92C-A38A-9930A65A418F}"/>
              </a:ext>
            </a:extLst>
          </p:cNvPr>
          <p:cNvCxnSpPr/>
          <p:nvPr/>
        </p:nvCxnSpPr>
        <p:spPr>
          <a:xfrm>
            <a:off x="1283900" y="2883452"/>
            <a:ext cx="6495349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60A3BE49-B1E0-86C0-D199-13F72307304F}"/>
              </a:ext>
            </a:extLst>
          </p:cNvPr>
          <p:cNvSpPr/>
          <p:nvPr/>
        </p:nvSpPr>
        <p:spPr>
          <a:xfrm>
            <a:off x="1107606" y="2729931"/>
            <a:ext cx="284638" cy="284638"/>
          </a:xfrm>
          <a:prstGeom prst="ellipse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157D5DA-73FD-BC17-5A9D-AE3B10BA3407}"/>
              </a:ext>
            </a:extLst>
          </p:cNvPr>
          <p:cNvSpPr/>
          <p:nvPr/>
        </p:nvSpPr>
        <p:spPr>
          <a:xfrm>
            <a:off x="2769210" y="2729931"/>
            <a:ext cx="284638" cy="284638"/>
          </a:xfrm>
          <a:prstGeom prst="ellipse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8C10244-D9E4-7C98-ACA2-F1FE058CD46F}"/>
              </a:ext>
            </a:extLst>
          </p:cNvPr>
          <p:cNvSpPr/>
          <p:nvPr/>
        </p:nvSpPr>
        <p:spPr>
          <a:xfrm>
            <a:off x="4430814" y="2729931"/>
            <a:ext cx="284638" cy="284638"/>
          </a:xfrm>
          <a:prstGeom prst="ellipse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13737DB-C3E2-407D-F4B5-B1A6DCB8B16D}"/>
              </a:ext>
            </a:extLst>
          </p:cNvPr>
          <p:cNvSpPr/>
          <p:nvPr/>
        </p:nvSpPr>
        <p:spPr>
          <a:xfrm>
            <a:off x="6092418" y="2729931"/>
            <a:ext cx="284638" cy="284638"/>
          </a:xfrm>
          <a:prstGeom prst="ellipse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6F2D459-809B-BDA4-C500-A84FA91F450E}"/>
              </a:ext>
            </a:extLst>
          </p:cNvPr>
          <p:cNvSpPr/>
          <p:nvPr/>
        </p:nvSpPr>
        <p:spPr>
          <a:xfrm>
            <a:off x="7650783" y="2729931"/>
            <a:ext cx="284638" cy="284638"/>
          </a:xfrm>
          <a:prstGeom prst="ellipse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2DF726-9ECC-B513-2C04-F0BE947BDB65}"/>
              </a:ext>
            </a:extLst>
          </p:cNvPr>
          <p:cNvSpPr txBox="1"/>
          <p:nvPr/>
        </p:nvSpPr>
        <p:spPr>
          <a:xfrm>
            <a:off x="512095" y="2159196"/>
            <a:ext cx="1475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Family factor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7AEADD-17F2-2614-B230-35F78B03A69D}"/>
              </a:ext>
            </a:extLst>
          </p:cNvPr>
          <p:cNvSpPr txBox="1"/>
          <p:nvPr/>
        </p:nvSpPr>
        <p:spPr>
          <a:xfrm>
            <a:off x="2233319" y="2173603"/>
            <a:ext cx="1355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Social factor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4D7355-B872-A3D5-CD67-BF0CA742FFD1}"/>
              </a:ext>
            </a:extLst>
          </p:cNvPr>
          <p:cNvSpPr txBox="1"/>
          <p:nvPr/>
        </p:nvSpPr>
        <p:spPr>
          <a:xfrm>
            <a:off x="3707429" y="2156039"/>
            <a:ext cx="1622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Personal factor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D00147-B31A-3B1C-BAE0-EC38F9B5B17E}"/>
              </a:ext>
            </a:extLst>
          </p:cNvPr>
          <p:cNvSpPr txBox="1"/>
          <p:nvPr/>
        </p:nvSpPr>
        <p:spPr>
          <a:xfrm>
            <a:off x="5431321" y="2173603"/>
            <a:ext cx="15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Culture factor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8ACFC9-D60A-60A2-02E1-685AF3019320}"/>
              </a:ext>
            </a:extLst>
          </p:cNvPr>
          <p:cNvSpPr txBox="1"/>
          <p:nvPr/>
        </p:nvSpPr>
        <p:spPr>
          <a:xfrm>
            <a:off x="6950208" y="2156039"/>
            <a:ext cx="1658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Religious factor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5FDCF7-F113-7C79-22C6-9B7EEDF0C5BD}"/>
              </a:ext>
            </a:extLst>
          </p:cNvPr>
          <p:cNvSpPr txBox="1"/>
          <p:nvPr/>
        </p:nvSpPr>
        <p:spPr>
          <a:xfrm>
            <a:off x="497240" y="3185137"/>
            <a:ext cx="1439013" cy="59872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28DB66-F6F6-4E56-D7DB-47D0B4DF693F}"/>
              </a:ext>
            </a:extLst>
          </p:cNvPr>
          <p:cNvSpPr txBox="1"/>
          <p:nvPr/>
        </p:nvSpPr>
        <p:spPr>
          <a:xfrm>
            <a:off x="2191467" y="3185137"/>
            <a:ext cx="1439013" cy="59872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376DBE-5E7D-AE44-5523-B19CF80DB37D}"/>
              </a:ext>
            </a:extLst>
          </p:cNvPr>
          <p:cNvSpPr txBox="1"/>
          <p:nvPr/>
        </p:nvSpPr>
        <p:spPr>
          <a:xfrm>
            <a:off x="3767696" y="3185137"/>
            <a:ext cx="1439013" cy="59872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US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78E235-21FB-8FF1-2711-CCD243B013E1}"/>
              </a:ext>
            </a:extLst>
          </p:cNvPr>
          <p:cNvSpPr txBox="1"/>
          <p:nvPr/>
        </p:nvSpPr>
        <p:spPr>
          <a:xfrm>
            <a:off x="5461922" y="3185137"/>
            <a:ext cx="1439013" cy="59872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A8323F-FB75-884B-B721-AFBEB04D5BBF}"/>
              </a:ext>
            </a:extLst>
          </p:cNvPr>
          <p:cNvSpPr txBox="1"/>
          <p:nvPr/>
        </p:nvSpPr>
        <p:spPr>
          <a:xfrm>
            <a:off x="7063143" y="3185137"/>
            <a:ext cx="1439013" cy="59872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US" sz="1200" dirty="0"/>
          </a:p>
        </p:txBody>
      </p:sp>
      <p:sp>
        <p:nvSpPr>
          <p:cNvPr id="31" name="Title 58">
            <a:extLst>
              <a:ext uri="{FF2B5EF4-FFF2-40B4-BE49-F238E27FC236}">
                <a16:creationId xmlns:a16="http://schemas.microsoft.com/office/drawing/2014/main" id="{24679158-D18B-DCBF-1292-7B3D460ABB0C}"/>
              </a:ext>
            </a:extLst>
          </p:cNvPr>
          <p:cNvSpPr txBox="1">
            <a:spLocks/>
          </p:cNvSpPr>
          <p:nvPr/>
        </p:nvSpPr>
        <p:spPr>
          <a:xfrm>
            <a:off x="664806" y="205983"/>
            <a:ext cx="7367183" cy="533311"/>
          </a:xfrm>
          <a:prstGeom prst="rect">
            <a:avLst/>
          </a:prstGeom>
        </p:spPr>
        <p:txBody>
          <a:bodyPr vert="horz" lIns="91424" tIns="45712" rIns="91424" bIns="45712" rtlCol="0" anchor="ctr">
            <a:noAutofit/>
          </a:bodyPr>
          <a:lstStyle>
            <a:lvl1pPr algn="ctr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Source of values</a:t>
            </a:r>
          </a:p>
        </p:txBody>
      </p:sp>
    </p:spTree>
    <p:extLst>
      <p:ext uri="{BB962C8B-B14F-4D97-AF65-F5344CB8AC3E}">
        <p14:creationId xmlns:p14="http://schemas.microsoft.com/office/powerpoint/2010/main" val="4267157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4" grpId="0"/>
      <p:bldP spid="16" grpId="0"/>
      <p:bldP spid="18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Character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5259FA-BED8-9CE4-4520-D4F74BA325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378388"/>
              </p:ext>
            </p:extLst>
          </p:nvPr>
        </p:nvGraphicFramePr>
        <p:xfrm>
          <a:off x="501650" y="1223963"/>
          <a:ext cx="8243888" cy="3524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9183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8692C0E-60E1-439F-A1D6-F1CABA5F9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map of iceberg level&#10;&#10;Description automatically generated">
            <a:extLst>
              <a:ext uri="{FF2B5EF4-FFF2-40B4-BE49-F238E27FC236}">
                <a16:creationId xmlns:a16="http://schemas.microsoft.com/office/drawing/2014/main" id="{77E901CF-0AA0-0F5E-67A6-2C34FE13FE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1" r="2" b="11666"/>
          <a:stretch/>
        </p:blipFill>
        <p:spPr>
          <a:xfrm>
            <a:off x="597948" y="301155"/>
            <a:ext cx="8017002" cy="417854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1DC99DB-7E80-4D1E-9069-4489287AE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948" y="4753546"/>
            <a:ext cx="8017002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B0B4C7-ED1F-47FB-AA86-5C0CF97DC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544568" y="3162490"/>
            <a:ext cx="54864" cy="31546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9138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BFAE1-45D3-4B3B-81D2-0BF25FA84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80FB45E-9960-4936-AD06-0203F27FB33F}"/>
              </a:ext>
            </a:extLst>
          </p:cNvPr>
          <p:cNvSpPr/>
          <p:nvPr/>
        </p:nvSpPr>
        <p:spPr>
          <a:xfrm>
            <a:off x="4224952" y="1775138"/>
            <a:ext cx="694097" cy="271455"/>
          </a:xfrm>
          <a:custGeom>
            <a:avLst/>
            <a:gdLst>
              <a:gd name="connsiteX0" fmla="*/ 279900 w 1233950"/>
              <a:gd name="connsiteY0" fmla="*/ 0 h 482586"/>
              <a:gd name="connsiteX1" fmla="*/ 954050 w 1233950"/>
              <a:gd name="connsiteY1" fmla="*/ 0 h 482586"/>
              <a:gd name="connsiteX2" fmla="*/ 1233950 w 1233950"/>
              <a:gd name="connsiteY2" fmla="*/ 482586 h 482586"/>
              <a:gd name="connsiteX3" fmla="*/ 0 w 1233950"/>
              <a:gd name="connsiteY3" fmla="*/ 482586 h 482586"/>
              <a:gd name="connsiteX4" fmla="*/ 279900 w 1233950"/>
              <a:gd name="connsiteY4" fmla="*/ 0 h 48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3950" h="482586">
                <a:moveTo>
                  <a:pt x="279900" y="0"/>
                </a:moveTo>
                <a:lnTo>
                  <a:pt x="954050" y="0"/>
                </a:lnTo>
                <a:lnTo>
                  <a:pt x="1233950" y="482586"/>
                </a:lnTo>
                <a:lnTo>
                  <a:pt x="0" y="482586"/>
                </a:lnTo>
                <a:lnTo>
                  <a:pt x="2799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Doing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808D5E20-1DF0-45E8-83C6-7585AF366725}"/>
              </a:ext>
            </a:extLst>
          </p:cNvPr>
          <p:cNvSpPr/>
          <p:nvPr/>
        </p:nvSpPr>
        <p:spPr>
          <a:xfrm>
            <a:off x="4035348" y="2102043"/>
            <a:ext cx="1073306" cy="271455"/>
          </a:xfrm>
          <a:custGeom>
            <a:avLst/>
            <a:gdLst>
              <a:gd name="connsiteX0" fmla="*/ 279900 w 1908100"/>
              <a:gd name="connsiteY0" fmla="*/ 0 h 482586"/>
              <a:gd name="connsiteX1" fmla="*/ 1628200 w 1908100"/>
              <a:gd name="connsiteY1" fmla="*/ 0 h 482586"/>
              <a:gd name="connsiteX2" fmla="*/ 1908100 w 1908100"/>
              <a:gd name="connsiteY2" fmla="*/ 482586 h 482586"/>
              <a:gd name="connsiteX3" fmla="*/ 0 w 1908100"/>
              <a:gd name="connsiteY3" fmla="*/ 482586 h 482586"/>
              <a:gd name="connsiteX4" fmla="*/ 279900 w 1908100"/>
              <a:gd name="connsiteY4" fmla="*/ 0 h 48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8100" h="482586">
                <a:moveTo>
                  <a:pt x="279900" y="0"/>
                </a:moveTo>
                <a:lnTo>
                  <a:pt x="1628200" y="0"/>
                </a:lnTo>
                <a:lnTo>
                  <a:pt x="1908100" y="482586"/>
                </a:lnTo>
                <a:lnTo>
                  <a:pt x="0" y="482586"/>
                </a:lnTo>
                <a:lnTo>
                  <a:pt x="27990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13" dirty="0"/>
              <a:t>Saying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A162BA25-02C3-4A56-A6A6-761811250A1D}"/>
              </a:ext>
            </a:extLst>
          </p:cNvPr>
          <p:cNvSpPr/>
          <p:nvPr/>
        </p:nvSpPr>
        <p:spPr>
          <a:xfrm>
            <a:off x="2841069" y="2385932"/>
            <a:ext cx="3543500" cy="45719"/>
          </a:xfrm>
          <a:custGeom>
            <a:avLst/>
            <a:gdLst>
              <a:gd name="connsiteX0" fmla="*/ 0 w 5141950"/>
              <a:gd name="connsiteY0" fmla="*/ 0 h 98578"/>
              <a:gd name="connsiteX1" fmla="*/ 5141950 w 5141950"/>
              <a:gd name="connsiteY1" fmla="*/ 0 h 98578"/>
              <a:gd name="connsiteX2" fmla="*/ 5141950 w 5141950"/>
              <a:gd name="connsiteY2" fmla="*/ 98578 h 98578"/>
              <a:gd name="connsiteX3" fmla="*/ 57176 w 5141950"/>
              <a:gd name="connsiteY3" fmla="*/ 98578 h 98578"/>
              <a:gd name="connsiteX4" fmla="*/ 0 w 5141950"/>
              <a:gd name="connsiteY4" fmla="*/ 0 h 98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1950" h="98578">
                <a:moveTo>
                  <a:pt x="0" y="0"/>
                </a:moveTo>
                <a:lnTo>
                  <a:pt x="5141950" y="0"/>
                </a:lnTo>
                <a:lnTo>
                  <a:pt x="5141950" y="98578"/>
                </a:lnTo>
                <a:lnTo>
                  <a:pt x="57176" y="9857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13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7C7FEF41-1F58-4E0C-9DE3-6B9837B24F76}"/>
              </a:ext>
            </a:extLst>
          </p:cNvPr>
          <p:cNvSpPr/>
          <p:nvPr/>
        </p:nvSpPr>
        <p:spPr>
          <a:xfrm>
            <a:off x="3845742" y="2428948"/>
            <a:ext cx="1452516" cy="271455"/>
          </a:xfrm>
          <a:custGeom>
            <a:avLst/>
            <a:gdLst>
              <a:gd name="connsiteX0" fmla="*/ 279900 w 2582250"/>
              <a:gd name="connsiteY0" fmla="*/ 0 h 482586"/>
              <a:gd name="connsiteX1" fmla="*/ 2302351 w 2582250"/>
              <a:gd name="connsiteY1" fmla="*/ 0 h 482586"/>
              <a:gd name="connsiteX2" fmla="*/ 2582250 w 2582250"/>
              <a:gd name="connsiteY2" fmla="*/ 482586 h 482586"/>
              <a:gd name="connsiteX3" fmla="*/ 0 w 2582250"/>
              <a:gd name="connsiteY3" fmla="*/ 482586 h 482586"/>
              <a:gd name="connsiteX4" fmla="*/ 279900 w 2582250"/>
              <a:gd name="connsiteY4" fmla="*/ 0 h 48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2250" h="482586">
                <a:moveTo>
                  <a:pt x="279900" y="0"/>
                </a:moveTo>
                <a:lnTo>
                  <a:pt x="2302351" y="0"/>
                </a:lnTo>
                <a:lnTo>
                  <a:pt x="2582250" y="482586"/>
                </a:lnTo>
                <a:lnTo>
                  <a:pt x="0" y="482586"/>
                </a:lnTo>
                <a:lnTo>
                  <a:pt x="2799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/>
              <a:t>Feeling +intension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3ABD3A0-2896-4FAB-8C37-52FD0302FE12}"/>
              </a:ext>
            </a:extLst>
          </p:cNvPr>
          <p:cNvSpPr/>
          <p:nvPr/>
        </p:nvSpPr>
        <p:spPr>
          <a:xfrm>
            <a:off x="3656138" y="2755853"/>
            <a:ext cx="1831725" cy="271455"/>
          </a:xfrm>
          <a:custGeom>
            <a:avLst/>
            <a:gdLst>
              <a:gd name="connsiteX0" fmla="*/ 279900 w 3256400"/>
              <a:gd name="connsiteY0" fmla="*/ 0 h 482586"/>
              <a:gd name="connsiteX1" fmla="*/ 2976501 w 3256400"/>
              <a:gd name="connsiteY1" fmla="*/ 0 h 482586"/>
              <a:gd name="connsiteX2" fmla="*/ 3256400 w 3256400"/>
              <a:gd name="connsiteY2" fmla="*/ 482586 h 482586"/>
              <a:gd name="connsiteX3" fmla="*/ 0 w 3256400"/>
              <a:gd name="connsiteY3" fmla="*/ 482586 h 482586"/>
              <a:gd name="connsiteX4" fmla="*/ 279900 w 3256400"/>
              <a:gd name="connsiteY4" fmla="*/ 0 h 48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56400" h="482586">
                <a:moveTo>
                  <a:pt x="279900" y="0"/>
                </a:moveTo>
                <a:lnTo>
                  <a:pt x="2976501" y="0"/>
                </a:lnTo>
                <a:lnTo>
                  <a:pt x="3256400" y="482586"/>
                </a:lnTo>
                <a:lnTo>
                  <a:pt x="0" y="482586"/>
                </a:lnTo>
                <a:lnTo>
                  <a:pt x="27990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/>
              <a:t>Understand</a:t>
            </a: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2419D0CE-B38F-44CB-BF34-CEBDD06A1A0B}"/>
              </a:ext>
            </a:extLst>
          </p:cNvPr>
          <p:cNvSpPr/>
          <p:nvPr/>
        </p:nvSpPr>
        <p:spPr>
          <a:xfrm>
            <a:off x="3466534" y="3082757"/>
            <a:ext cx="2210935" cy="271455"/>
          </a:xfrm>
          <a:custGeom>
            <a:avLst/>
            <a:gdLst>
              <a:gd name="connsiteX0" fmla="*/ 279900 w 3930551"/>
              <a:gd name="connsiteY0" fmla="*/ 0 h 482586"/>
              <a:gd name="connsiteX1" fmla="*/ 3650651 w 3930551"/>
              <a:gd name="connsiteY1" fmla="*/ 0 h 482586"/>
              <a:gd name="connsiteX2" fmla="*/ 3930551 w 3930551"/>
              <a:gd name="connsiteY2" fmla="*/ 482586 h 482586"/>
              <a:gd name="connsiteX3" fmla="*/ 0 w 3930551"/>
              <a:gd name="connsiteY3" fmla="*/ 482586 h 482586"/>
              <a:gd name="connsiteX4" fmla="*/ 279900 w 3930551"/>
              <a:gd name="connsiteY4" fmla="*/ 0 h 48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30551" h="482586">
                <a:moveTo>
                  <a:pt x="279900" y="0"/>
                </a:moveTo>
                <a:lnTo>
                  <a:pt x="3650651" y="0"/>
                </a:lnTo>
                <a:lnTo>
                  <a:pt x="3930551" y="482586"/>
                </a:lnTo>
                <a:lnTo>
                  <a:pt x="0" y="482586"/>
                </a:lnTo>
                <a:lnTo>
                  <a:pt x="2799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/>
              <a:t>Values</a:t>
            </a: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8DDB91AC-782F-4A80-B739-AEFFA6201E5D}"/>
              </a:ext>
            </a:extLst>
          </p:cNvPr>
          <p:cNvSpPr/>
          <p:nvPr/>
        </p:nvSpPr>
        <p:spPr>
          <a:xfrm>
            <a:off x="3276929" y="3409662"/>
            <a:ext cx="2590144" cy="271455"/>
          </a:xfrm>
          <a:custGeom>
            <a:avLst/>
            <a:gdLst>
              <a:gd name="connsiteX0" fmla="*/ 279900 w 4604700"/>
              <a:gd name="connsiteY0" fmla="*/ 0 h 482586"/>
              <a:gd name="connsiteX1" fmla="*/ 4324801 w 4604700"/>
              <a:gd name="connsiteY1" fmla="*/ 0 h 482586"/>
              <a:gd name="connsiteX2" fmla="*/ 4604700 w 4604700"/>
              <a:gd name="connsiteY2" fmla="*/ 482586 h 482586"/>
              <a:gd name="connsiteX3" fmla="*/ 0 w 4604700"/>
              <a:gd name="connsiteY3" fmla="*/ 482586 h 482586"/>
              <a:gd name="connsiteX4" fmla="*/ 279900 w 4604700"/>
              <a:gd name="connsiteY4" fmla="*/ 0 h 48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04700" h="482586">
                <a:moveTo>
                  <a:pt x="279900" y="0"/>
                </a:moveTo>
                <a:lnTo>
                  <a:pt x="4324801" y="0"/>
                </a:lnTo>
                <a:lnTo>
                  <a:pt x="4604700" y="482586"/>
                </a:lnTo>
                <a:lnTo>
                  <a:pt x="0" y="482586"/>
                </a:lnTo>
                <a:lnTo>
                  <a:pt x="279900" y="0"/>
                </a:lnTo>
                <a:close/>
              </a:path>
            </a:pathLst>
          </a:custGeom>
          <a:solidFill>
            <a:srgbClr val="EB1E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/>
              <a:t>Belief</a:t>
            </a:r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1DFF0B8B-169C-4FC9-8252-8CDC7AE88FDC}"/>
              </a:ext>
            </a:extLst>
          </p:cNvPr>
          <p:cNvSpPr/>
          <p:nvPr/>
        </p:nvSpPr>
        <p:spPr>
          <a:xfrm>
            <a:off x="3086412" y="3736567"/>
            <a:ext cx="2971177" cy="273026"/>
          </a:xfrm>
          <a:custGeom>
            <a:avLst/>
            <a:gdLst>
              <a:gd name="connsiteX0" fmla="*/ 281520 w 5282092"/>
              <a:gd name="connsiteY0" fmla="*/ 0 h 485380"/>
              <a:gd name="connsiteX1" fmla="*/ 5000572 w 5282092"/>
              <a:gd name="connsiteY1" fmla="*/ 0 h 485380"/>
              <a:gd name="connsiteX2" fmla="*/ 5282092 w 5282092"/>
              <a:gd name="connsiteY2" fmla="*/ 485380 h 485380"/>
              <a:gd name="connsiteX3" fmla="*/ 0 w 5282092"/>
              <a:gd name="connsiteY3" fmla="*/ 485380 h 485380"/>
              <a:gd name="connsiteX4" fmla="*/ 281520 w 5282092"/>
              <a:gd name="connsiteY4" fmla="*/ 0 h 485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2092" h="485380">
                <a:moveTo>
                  <a:pt x="281520" y="0"/>
                </a:moveTo>
                <a:lnTo>
                  <a:pt x="5000572" y="0"/>
                </a:lnTo>
                <a:lnTo>
                  <a:pt x="5282092" y="485380"/>
                </a:lnTo>
                <a:lnTo>
                  <a:pt x="0" y="485380"/>
                </a:lnTo>
                <a:lnTo>
                  <a:pt x="28152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/>
              <a:t>Faith In Allah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ED757CB-4892-4620-B8EB-CD823F89E6F1}"/>
              </a:ext>
            </a:extLst>
          </p:cNvPr>
          <p:cNvSpPr/>
          <p:nvPr/>
        </p:nvSpPr>
        <p:spPr>
          <a:xfrm>
            <a:off x="6058003" y="2425488"/>
            <a:ext cx="809837" cy="265457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-US" sz="1125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Aim of Life</a:t>
            </a:r>
            <a:endParaRPr lang="en-US" sz="1125" noProof="1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E410C90F-4351-4A34-8E1C-7A256A4B089E}"/>
              </a:ext>
            </a:extLst>
          </p:cNvPr>
          <p:cNvSpPr/>
          <p:nvPr/>
        </p:nvSpPr>
        <p:spPr>
          <a:xfrm>
            <a:off x="1250389" y="2429056"/>
            <a:ext cx="416447" cy="272606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04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B4D978F3-3365-42AF-BE2E-ED26F2C2990B}"/>
              </a:ext>
            </a:extLst>
          </p:cNvPr>
          <p:cNvSpPr/>
          <p:nvPr/>
        </p:nvSpPr>
        <p:spPr>
          <a:xfrm>
            <a:off x="1250389" y="2102074"/>
            <a:ext cx="416447" cy="27260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03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65B72938-A162-4EE7-943D-262DF3145828}"/>
              </a:ext>
            </a:extLst>
          </p:cNvPr>
          <p:cNvSpPr/>
          <p:nvPr/>
        </p:nvSpPr>
        <p:spPr>
          <a:xfrm>
            <a:off x="1250389" y="1448108"/>
            <a:ext cx="416447" cy="272606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/>
              <a:t>01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42482CBB-FA74-4332-B99D-2018A13FD12B}"/>
              </a:ext>
            </a:extLst>
          </p:cNvPr>
          <p:cNvSpPr/>
          <p:nvPr/>
        </p:nvSpPr>
        <p:spPr>
          <a:xfrm>
            <a:off x="1250389" y="3736987"/>
            <a:ext cx="416447" cy="272606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/>
              <a:t>08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3CDDF8D9-6FAE-482F-ACE4-98BC15FA6202}"/>
              </a:ext>
            </a:extLst>
          </p:cNvPr>
          <p:cNvSpPr/>
          <p:nvPr/>
        </p:nvSpPr>
        <p:spPr>
          <a:xfrm>
            <a:off x="1250389" y="3083023"/>
            <a:ext cx="416447" cy="272606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06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68A6FA10-3BFC-4E4C-814D-E2ECB97DBAD0}"/>
              </a:ext>
            </a:extLst>
          </p:cNvPr>
          <p:cNvSpPr/>
          <p:nvPr/>
        </p:nvSpPr>
        <p:spPr>
          <a:xfrm>
            <a:off x="1250389" y="2756040"/>
            <a:ext cx="416447" cy="272606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05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3FF1B63-FAED-4D69-91C6-7E91B1039F06}"/>
              </a:ext>
            </a:extLst>
          </p:cNvPr>
          <p:cNvSpPr/>
          <p:nvPr/>
        </p:nvSpPr>
        <p:spPr>
          <a:xfrm>
            <a:off x="1799958" y="1467860"/>
            <a:ext cx="623889" cy="265457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-US" sz="1125" b="1" cap="all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Habits</a:t>
            </a:r>
            <a:endParaRPr lang="en-US" sz="1125" b="1" cap="all" noProof="1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AF2F33B-521D-4D12-89A5-8E3DA11EC137}"/>
              </a:ext>
            </a:extLst>
          </p:cNvPr>
          <p:cNvSpPr/>
          <p:nvPr/>
        </p:nvSpPr>
        <p:spPr>
          <a:xfrm>
            <a:off x="1799958" y="2113888"/>
            <a:ext cx="710451" cy="265457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-US" sz="1125" b="1" cap="all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sayings</a:t>
            </a:r>
            <a:endParaRPr lang="en-US" sz="1125" b="1" cap="all" noProof="1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ECD3B20-81DF-4D42-BBE3-05FD8429EE4C}"/>
              </a:ext>
            </a:extLst>
          </p:cNvPr>
          <p:cNvSpPr/>
          <p:nvPr/>
        </p:nvSpPr>
        <p:spPr>
          <a:xfrm>
            <a:off x="1799958" y="2436137"/>
            <a:ext cx="2031325" cy="265457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-US" sz="1125" b="1" cap="all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Feeling +intension	</a:t>
            </a:r>
            <a:endParaRPr lang="en-US" sz="1125" b="1" cap="all" noProof="1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68D6C46-5BD1-4A07-ACEC-45C143BFB9E2}"/>
              </a:ext>
            </a:extLst>
          </p:cNvPr>
          <p:cNvSpPr/>
          <p:nvPr/>
        </p:nvSpPr>
        <p:spPr>
          <a:xfrm>
            <a:off x="1799958" y="2758387"/>
            <a:ext cx="1032655" cy="265457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-US" sz="1125" b="1" cap="all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understand</a:t>
            </a:r>
            <a:endParaRPr lang="en-US" sz="1125" b="1" cap="all" noProof="1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82B4D80-67EB-4999-A648-1532D1050E00}"/>
              </a:ext>
            </a:extLst>
          </p:cNvPr>
          <p:cNvSpPr/>
          <p:nvPr/>
        </p:nvSpPr>
        <p:spPr>
          <a:xfrm>
            <a:off x="1799958" y="3725131"/>
            <a:ext cx="1088760" cy="265457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-US" sz="1125" b="1" cap="all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Fath in Allah</a:t>
            </a:r>
            <a:endParaRPr lang="en-US" sz="1125" b="1" cap="all" noProof="1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5EE0B36-D22F-42E9-957B-39D12EC78E8F}"/>
              </a:ext>
            </a:extLst>
          </p:cNvPr>
          <p:cNvSpPr/>
          <p:nvPr/>
        </p:nvSpPr>
        <p:spPr>
          <a:xfrm>
            <a:off x="1799958" y="3080635"/>
            <a:ext cx="652743" cy="265457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-US" sz="1125" b="1" cap="all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values</a:t>
            </a:r>
            <a:endParaRPr lang="en-US" sz="1125" b="1" cap="all" noProof="1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D3E59D32-5296-4988-8C88-B38942FDB540}"/>
              </a:ext>
            </a:extLst>
          </p:cNvPr>
          <p:cNvSpPr/>
          <p:nvPr/>
        </p:nvSpPr>
        <p:spPr>
          <a:xfrm>
            <a:off x="1250389" y="1775091"/>
            <a:ext cx="416447" cy="27260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4B5E084-F7F4-413D-8CF1-D111F1B50F37}"/>
              </a:ext>
            </a:extLst>
          </p:cNvPr>
          <p:cNvSpPr/>
          <p:nvPr/>
        </p:nvSpPr>
        <p:spPr>
          <a:xfrm>
            <a:off x="1799958" y="1791640"/>
            <a:ext cx="598241" cy="265457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-US" sz="1125" b="1" cap="all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Doing</a:t>
            </a:r>
            <a:endParaRPr lang="en-US" sz="1125" b="1" cap="all" noProof="1"/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413A5BFA-5F30-4A95-81EE-176887CB829A}"/>
              </a:ext>
            </a:extLst>
          </p:cNvPr>
          <p:cNvSpPr/>
          <p:nvPr/>
        </p:nvSpPr>
        <p:spPr>
          <a:xfrm>
            <a:off x="1250389" y="3410005"/>
            <a:ext cx="416447" cy="272606"/>
          </a:xfrm>
          <a:prstGeom prst="roundRect">
            <a:avLst/>
          </a:prstGeom>
          <a:solidFill>
            <a:srgbClr val="EB1E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07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C0A8FDD-D1E2-4F1D-A8BA-C025E454DC0F}"/>
              </a:ext>
            </a:extLst>
          </p:cNvPr>
          <p:cNvSpPr/>
          <p:nvPr/>
        </p:nvSpPr>
        <p:spPr>
          <a:xfrm>
            <a:off x="1799958" y="3402884"/>
            <a:ext cx="570990" cy="265457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-US" sz="1125" b="1" cap="all" noProof="1">
                <a:solidFill>
                  <a:schemeClr val="tx1">
                    <a:lumMod val="65000"/>
                    <a:lumOff val="35000"/>
                  </a:schemeClr>
                </a:solidFill>
              </a:rPr>
              <a:t>Belief</a:t>
            </a:r>
            <a:endParaRPr lang="en-US" sz="1125" b="1" cap="all" noProof="1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A66FFA82-43DD-4F33-A571-A799E6FD1923}"/>
              </a:ext>
            </a:extLst>
          </p:cNvPr>
          <p:cNvSpPr/>
          <p:nvPr/>
        </p:nvSpPr>
        <p:spPr>
          <a:xfrm flipH="1">
            <a:off x="4572000" y="1448233"/>
            <a:ext cx="1484716" cy="2561360"/>
          </a:xfrm>
          <a:custGeom>
            <a:avLst/>
            <a:gdLst>
              <a:gd name="connsiteX0" fmla="*/ 2639494 w 2639494"/>
              <a:gd name="connsiteY0" fmla="*/ 0 h 4553528"/>
              <a:gd name="connsiteX1" fmla="*/ 0 w 2639494"/>
              <a:gd name="connsiteY1" fmla="*/ 4553528 h 4553528"/>
              <a:gd name="connsiteX2" fmla="*/ 1193072 w 2639494"/>
              <a:gd name="connsiteY2" fmla="*/ 4553528 h 4553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39494" h="4553528">
                <a:moveTo>
                  <a:pt x="2639494" y="0"/>
                </a:moveTo>
                <a:lnTo>
                  <a:pt x="0" y="4553528"/>
                </a:lnTo>
                <a:lnTo>
                  <a:pt x="1193072" y="4553528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13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3D253741-2C74-2C53-4A6C-86AA654C0FC5}"/>
              </a:ext>
            </a:extLst>
          </p:cNvPr>
          <p:cNvSpPr/>
          <p:nvPr/>
        </p:nvSpPr>
        <p:spPr>
          <a:xfrm rot="10800000">
            <a:off x="812023" y="3744136"/>
            <a:ext cx="202914" cy="2654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3A76FDA0-B9F8-33D4-3799-ADB2175EF3E5}"/>
              </a:ext>
            </a:extLst>
          </p:cNvPr>
          <p:cNvSpPr/>
          <p:nvPr/>
        </p:nvSpPr>
        <p:spPr>
          <a:xfrm rot="10800000">
            <a:off x="813597" y="3382063"/>
            <a:ext cx="202914" cy="2654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AB6CA3C9-27F4-5AC1-C57E-21462B34164B}"/>
              </a:ext>
            </a:extLst>
          </p:cNvPr>
          <p:cNvSpPr/>
          <p:nvPr/>
        </p:nvSpPr>
        <p:spPr>
          <a:xfrm rot="10800000">
            <a:off x="812023" y="3055158"/>
            <a:ext cx="202914" cy="2654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47EBA47C-D9AB-481B-A270-2D3853D0E8FE}"/>
              </a:ext>
            </a:extLst>
          </p:cNvPr>
          <p:cNvSpPr/>
          <p:nvPr/>
        </p:nvSpPr>
        <p:spPr>
          <a:xfrm rot="10800000">
            <a:off x="814741" y="2728253"/>
            <a:ext cx="202914" cy="2654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ACAE0E8F-CB46-9BDF-4793-354ACFDC6559}"/>
              </a:ext>
            </a:extLst>
          </p:cNvPr>
          <p:cNvSpPr/>
          <p:nvPr/>
        </p:nvSpPr>
        <p:spPr>
          <a:xfrm rot="10800000">
            <a:off x="812023" y="2351752"/>
            <a:ext cx="202914" cy="2654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8B4D4527-14A4-EB07-738C-1D5E3D3BBE81}"/>
              </a:ext>
            </a:extLst>
          </p:cNvPr>
          <p:cNvSpPr/>
          <p:nvPr/>
        </p:nvSpPr>
        <p:spPr>
          <a:xfrm rot="10800000">
            <a:off x="812023" y="2024847"/>
            <a:ext cx="202914" cy="2654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1CCAF2B3-0832-D1A3-19C4-1BDBEBD89056}"/>
              </a:ext>
            </a:extLst>
          </p:cNvPr>
          <p:cNvSpPr/>
          <p:nvPr/>
        </p:nvSpPr>
        <p:spPr>
          <a:xfrm rot="10800000">
            <a:off x="812023" y="1738717"/>
            <a:ext cx="202914" cy="2654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31B3EEE1-BC77-730D-668E-450E4235EF47}"/>
              </a:ext>
            </a:extLst>
          </p:cNvPr>
          <p:cNvSpPr/>
          <p:nvPr/>
        </p:nvSpPr>
        <p:spPr>
          <a:xfrm rot="10800000">
            <a:off x="812023" y="1417738"/>
            <a:ext cx="202914" cy="2654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40B0C4E-2E85-48AF-C19E-CCFB9B247102}"/>
              </a:ext>
            </a:extLst>
          </p:cNvPr>
          <p:cNvSpPr/>
          <p:nvPr/>
        </p:nvSpPr>
        <p:spPr>
          <a:xfrm>
            <a:off x="4359356" y="1391690"/>
            <a:ext cx="419850" cy="361940"/>
          </a:xfrm>
          <a:custGeom>
            <a:avLst/>
            <a:gdLst>
              <a:gd name="connsiteX0" fmla="*/ 279900 w 559800"/>
              <a:gd name="connsiteY0" fmla="*/ 0 h 482586"/>
              <a:gd name="connsiteX1" fmla="*/ 559800 w 559800"/>
              <a:gd name="connsiteY1" fmla="*/ 482586 h 482586"/>
              <a:gd name="connsiteX2" fmla="*/ 0 w 559800"/>
              <a:gd name="connsiteY2" fmla="*/ 482586 h 482586"/>
              <a:gd name="connsiteX3" fmla="*/ 279900 w 559800"/>
              <a:gd name="connsiteY3" fmla="*/ 0 h 48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800" h="482586">
                <a:moveTo>
                  <a:pt x="279900" y="0"/>
                </a:moveTo>
                <a:lnTo>
                  <a:pt x="559800" y="482586"/>
                </a:lnTo>
                <a:lnTo>
                  <a:pt x="0" y="482586"/>
                </a:lnTo>
                <a:lnTo>
                  <a:pt x="27990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5D3CC050-774C-7EB4-3B5F-2AC852B56B39}"/>
              </a:ext>
            </a:extLst>
          </p:cNvPr>
          <p:cNvSpPr/>
          <p:nvPr/>
        </p:nvSpPr>
        <p:spPr>
          <a:xfrm rot="20556943">
            <a:off x="5210026" y="1356971"/>
            <a:ext cx="332893" cy="99752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8D76A877-81C4-A67F-6D33-1860E5082300}"/>
              </a:ext>
            </a:extLst>
          </p:cNvPr>
          <p:cNvSpPr/>
          <p:nvPr/>
        </p:nvSpPr>
        <p:spPr>
          <a:xfrm rot="20556943">
            <a:off x="5909040" y="2456951"/>
            <a:ext cx="265491" cy="144655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822854-9D47-6A62-3898-72BA40A76BFB}"/>
              </a:ext>
            </a:extLst>
          </p:cNvPr>
          <p:cNvSpPr txBox="1"/>
          <p:nvPr/>
        </p:nvSpPr>
        <p:spPr>
          <a:xfrm>
            <a:off x="6220149" y="2899254"/>
            <a:ext cx="1673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Attitude</a:t>
            </a:r>
          </a:p>
          <a:p>
            <a:r>
              <a:rPr lang="en-US" dirty="0"/>
              <a:t>90%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20F0CA-B24E-5C05-8EB8-53F5D0D2A191}"/>
              </a:ext>
            </a:extLst>
          </p:cNvPr>
          <p:cNvSpPr txBox="1"/>
          <p:nvPr/>
        </p:nvSpPr>
        <p:spPr>
          <a:xfrm>
            <a:off x="5575990" y="1622541"/>
            <a:ext cx="1982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Behavior</a:t>
            </a:r>
          </a:p>
          <a:p>
            <a:r>
              <a:rPr lang="en-US" dirty="0"/>
              <a:t>10%</a:t>
            </a:r>
          </a:p>
        </p:txBody>
      </p:sp>
    </p:spTree>
    <p:extLst>
      <p:ext uri="{BB962C8B-B14F-4D97-AF65-F5344CB8AC3E}">
        <p14:creationId xmlns:p14="http://schemas.microsoft.com/office/powerpoint/2010/main" val="3059425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00"/>
                            </p:stCondLst>
                            <p:childTnLst>
                              <p:par>
                                <p:cTn id="1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7" grpId="0" animBg="1"/>
      <p:bldP spid="39" grpId="0" animBg="1"/>
      <p:bldP spid="41" grpId="0" animBg="1"/>
      <p:bldP spid="73" grpId="0" animBg="1"/>
      <p:bldP spid="75" grpId="0" animBg="1"/>
      <p:bldP spid="77" grpId="0" animBg="1"/>
      <p:bldP spid="81" grpId="0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/>
      <p:bldP spid="91" grpId="0"/>
      <p:bldP spid="92" grpId="0"/>
      <p:bldP spid="93" grpId="0"/>
      <p:bldP spid="94" grpId="0"/>
      <p:bldP spid="95" grpId="0"/>
      <p:bldP spid="96" grpId="0" animBg="1"/>
      <p:bldP spid="97" grpId="0"/>
      <p:bldP spid="100" grpId="0" animBg="1"/>
      <p:bldP spid="101" grpId="0"/>
      <p:bldP spid="3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C08CF-9826-CFBE-B372-61B3BDCDA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09F60-B506-8D51-8CAA-506B660B7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Define Value and characteristics?</a:t>
            </a:r>
          </a:p>
          <a:p>
            <a:r>
              <a:rPr lang="en-US" b="0" i="0" dirty="0">
                <a:solidFill>
                  <a:srgbClr val="141414"/>
                </a:solidFill>
                <a:effectLst/>
                <a:latin typeface="Conv_Montserrat-Light"/>
              </a:rPr>
              <a:t>Understanding values and their role in </a:t>
            </a:r>
            <a:r>
              <a:rPr lang="en-US" b="0" i="0">
                <a:solidFill>
                  <a:srgbClr val="141414"/>
                </a:solidFill>
                <a:effectLst/>
                <a:latin typeface="Conv_Montserrat-Light"/>
              </a:rPr>
              <a:t>human life?</a:t>
            </a:r>
            <a:endParaRPr lang="en-US" b="0" i="0" dirty="0">
              <a:solidFill>
                <a:srgbClr val="141414"/>
              </a:solidFill>
              <a:effectLst/>
              <a:latin typeface="Conv_Montserrat-Light"/>
            </a:endParaRPr>
          </a:p>
          <a:p>
            <a:r>
              <a:rPr lang="en-US" b="0" i="0" dirty="0">
                <a:effectLst/>
                <a:latin typeface="Söhne"/>
              </a:rPr>
              <a:t>In the character's view, what is the ultimate goal or purpose of living an ethical life, and how do they pursue this goal?</a:t>
            </a:r>
          </a:p>
          <a:p>
            <a:r>
              <a:rPr lang="en-US" b="0" i="0" dirty="0">
                <a:effectLst/>
                <a:latin typeface="Söhne"/>
              </a:rPr>
              <a:t>What are the character's core ethical beliefs, and how do they manifest these beliefs in their interactions with others and their decision-making?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027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Microsoft Office PowerPoint</Application>
  <PresentationFormat>On-screen Show (16:9)</PresentationFormat>
  <Paragraphs>61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Calibri</vt:lpstr>
      <vt:lpstr>Conv_Montserrat-Light</vt:lpstr>
      <vt:lpstr>Söhne</vt:lpstr>
      <vt:lpstr>Office Theme</vt:lpstr>
      <vt:lpstr>The Standard As Value</vt:lpstr>
      <vt:lpstr>Concept of Value</vt:lpstr>
      <vt:lpstr>PowerPoint Presentation</vt:lpstr>
      <vt:lpstr>Feature of Value</vt:lpstr>
      <vt:lpstr>PowerPoint Presentation</vt:lpstr>
      <vt:lpstr>What is Character</vt:lpstr>
      <vt:lpstr>PowerPoint Presentation</vt:lpstr>
      <vt:lpstr>PowerPoint Presentation</vt:lpstr>
      <vt:lpstr>Questions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2017-08-01T15:40:51Z</dcterms:created>
  <dcterms:modified xsi:type="dcterms:W3CDTF">2023-10-26T16:28:34Z</dcterms:modified>
</cp:coreProperties>
</file>