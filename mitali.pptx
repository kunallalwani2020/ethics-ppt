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11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9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5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4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71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6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1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5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1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6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06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5514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76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34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95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86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F8637-9789-4F3D-8236-FCCDA1A8F83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BA1C2-C374-4853-AF99-3A4AB7A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920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8EBD-9EA8-C8CF-2AAA-F33437718E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Relatives , </a:t>
            </a:r>
            <a:r>
              <a:rPr lang="en-US" dirty="0" err="1"/>
              <a:t>Subjectives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r>
              <a:rPr lang="en-US" dirty="0"/>
              <a:t> Naturalistic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EAD93-78B5-AF36-9C96-C84C53761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3267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pPr algn="l"/>
            <a:r>
              <a:rPr lang="en-US" sz="4700" dirty="0"/>
              <a:t>By,</a:t>
            </a:r>
          </a:p>
          <a:p>
            <a:pPr algn="l"/>
            <a:r>
              <a:rPr lang="en-US" dirty="0"/>
              <a:t>         </a:t>
            </a:r>
            <a:r>
              <a:rPr lang="en-US" sz="4000" dirty="0"/>
              <a:t>Mitali kumari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15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B8A9-349A-80A5-6F1E-FDD9BD86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4547382" cy="698668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What are ethics?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37750-157D-F0E1-435C-D316764B6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Definition :</a:t>
            </a:r>
            <a:r>
              <a:rPr lang="en-US" dirty="0"/>
              <a:t>The moral standards that guide people’s behavior and decision making are referred to as ethical.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Importance : </a:t>
            </a:r>
            <a:r>
              <a:rPr lang="en-US" dirty="0"/>
              <a:t>Ethics help establish guidelines for right and wrong , ensuring fairness and accountability in society</a:t>
            </a:r>
          </a:p>
          <a:p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Influence : </a:t>
            </a:r>
            <a:r>
              <a:rPr lang="en-US" dirty="0"/>
              <a:t>Our personal and professional lives affected by how our values , belief , behaviors are shaped by ethics .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08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AD42-EEF8-5199-B052-CA5C2AE5C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13" y="1219200"/>
            <a:ext cx="3472069" cy="675861"/>
          </a:xfrm>
        </p:spPr>
        <p:txBody>
          <a:bodyPr/>
          <a:lstStyle/>
          <a:p>
            <a:pPr algn="l"/>
            <a:r>
              <a:rPr lang="en-US" dirty="0"/>
              <a:t>Relativism: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6393D-0E0D-659C-AAF9-296819096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it is?</a:t>
            </a:r>
          </a:p>
          <a:p>
            <a:r>
              <a:rPr lang="en-US" dirty="0"/>
              <a:t>The conviction that moral standards depend on culture , society , and personal viewpoint.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Implications: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 Challenges fundamental moral principles and can be used as justification for harmful behavior.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Examles</a:t>
            </a:r>
            <a:r>
              <a:rPr lang="en-US" dirty="0">
                <a:solidFill>
                  <a:srgbClr val="002060"/>
                </a:solidFill>
              </a:rPr>
              <a:t> : 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/>
              <a:t>Honor killings , female genital mutilation , and certain religious </a:t>
            </a:r>
            <a:r>
              <a:rPr lang="en-US" dirty="0" err="1"/>
              <a:t>costoms</a:t>
            </a:r>
            <a:r>
              <a:rPr lang="en-US" dirty="0"/>
              <a:t>.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2522-D942-1C58-0167-CBAA191B5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581" y="639315"/>
            <a:ext cx="8610600" cy="1293028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060"/>
                </a:solidFill>
              </a:rPr>
              <a:t>Subjectivism :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D78A03-5024-3B7E-DBF8-0E892FD0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  <a:p>
            <a:r>
              <a:rPr lang="en-US" dirty="0"/>
              <a:t>The idea that morality is base on personal preferences and feelings.</a:t>
            </a:r>
          </a:p>
          <a:p>
            <a:r>
              <a:rPr lang="en-US" dirty="0">
                <a:solidFill>
                  <a:schemeClr val="accent1"/>
                </a:solidFill>
              </a:rPr>
              <a:t>Implications 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Can bring about moral anarchy and threaten community harmony.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Examples 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Environmentalism , animal rights , and prochoice movements.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99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140B-3788-9CB5-7B45-8287546D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4" y="639315"/>
            <a:ext cx="8610600" cy="1293028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2060"/>
                </a:solidFill>
              </a:rPr>
              <a:t>Naturalism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D93CC-0C2B-DBF0-519A-0F1818A03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  <a:p>
            <a:r>
              <a:rPr lang="en-US" dirty="0"/>
              <a:t>The belief that moral principles are grounded in nature and can be discovered through reason and empirical observation.</a:t>
            </a:r>
          </a:p>
          <a:p>
            <a:r>
              <a:rPr lang="en-US" dirty="0">
                <a:solidFill>
                  <a:schemeClr val="accent1"/>
                </a:solidFill>
              </a:rPr>
              <a:t>Implications :</a:t>
            </a:r>
          </a:p>
          <a:p>
            <a:r>
              <a:rPr lang="en-US" dirty="0"/>
              <a:t>Can strengthen social ties and offer an impartial foundation for morality.</a:t>
            </a:r>
          </a:p>
          <a:p>
            <a:r>
              <a:rPr lang="en-US" dirty="0">
                <a:solidFill>
                  <a:schemeClr val="accent1"/>
                </a:solidFill>
              </a:rPr>
              <a:t>Examples :</a:t>
            </a:r>
          </a:p>
          <a:p>
            <a:r>
              <a:rPr lang="en-US" dirty="0"/>
              <a:t>Democracy , social values , and human rights.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572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FE7F-2F73-D7B9-117B-59ADACB1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Critiques of subject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3AA00-9A4B-A58D-30B3-86AAF905A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1. </a:t>
            </a:r>
            <a:r>
              <a:rPr lang="en-US" sz="2400" dirty="0">
                <a:solidFill>
                  <a:srgbClr val="0070C0"/>
                </a:solidFill>
              </a:rPr>
              <a:t>Egoism : </a:t>
            </a:r>
          </a:p>
          <a:p>
            <a:r>
              <a:rPr lang="en-US" sz="2400" dirty="0"/>
              <a:t>Selfishness and a lack of respect for others are </a:t>
            </a:r>
            <a:r>
              <a:rPr lang="en-US" sz="2400" dirty="0" err="1"/>
              <a:t>subjectives</a:t>
            </a:r>
            <a:r>
              <a:rPr lang="en-US" sz="2400" dirty="0"/>
              <a:t> ethics.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2. </a:t>
            </a:r>
            <a:r>
              <a:rPr lang="en-US" sz="2400" dirty="0" err="1">
                <a:solidFill>
                  <a:srgbClr val="0070C0"/>
                </a:solidFill>
              </a:rPr>
              <a:t>Cutural</a:t>
            </a:r>
            <a:r>
              <a:rPr lang="en-US" sz="2400" dirty="0">
                <a:solidFill>
                  <a:srgbClr val="0070C0"/>
                </a:solidFill>
              </a:rPr>
              <a:t> relativism :</a:t>
            </a:r>
          </a:p>
          <a:p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/>
              <a:t>Can lead to moral relativism and justify oppression and </a:t>
            </a:r>
            <a:r>
              <a:rPr lang="en-US" sz="2400" dirty="0" err="1"/>
              <a:t>discriminiation</a:t>
            </a:r>
            <a:r>
              <a:rPr lang="en-US" sz="2400" dirty="0"/>
              <a:t>.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3. </a:t>
            </a:r>
            <a:r>
              <a:rPr lang="en-US" sz="2400" dirty="0">
                <a:solidFill>
                  <a:schemeClr val="accent1"/>
                </a:solidFill>
              </a:rPr>
              <a:t>Nihilism : </a:t>
            </a:r>
          </a:p>
          <a:p>
            <a:r>
              <a:rPr lang="en-US" sz="2400" dirty="0" err="1"/>
              <a:t>Subjectives</a:t>
            </a:r>
            <a:r>
              <a:rPr lang="en-US" sz="2400" dirty="0"/>
              <a:t> ethics can lead to the conclusion that nothing is normally good or bad.</a:t>
            </a:r>
          </a:p>
        </p:txBody>
      </p:sp>
    </p:spTree>
    <p:extLst>
      <p:ext uri="{BB962C8B-B14F-4D97-AF65-F5344CB8AC3E}">
        <p14:creationId xmlns:p14="http://schemas.microsoft.com/office/powerpoint/2010/main" val="3787784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0CE2-6297-7C16-A4E1-4F9A26526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   Application of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F409B-ECF4-60EA-35A5-E8B741FFC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Busniess</a:t>
            </a:r>
            <a:r>
              <a:rPr lang="en-US" dirty="0">
                <a:solidFill>
                  <a:schemeClr val="accent1"/>
                </a:solidFill>
              </a:rPr>
              <a:t> Ethics :</a:t>
            </a:r>
          </a:p>
          <a:p>
            <a:r>
              <a:rPr lang="en-US" dirty="0"/>
              <a:t>Ensure fair practices social responsibility , and moral decision-making in </a:t>
            </a:r>
            <a:r>
              <a:rPr lang="en-US" dirty="0" err="1"/>
              <a:t>busniess</a:t>
            </a:r>
            <a:r>
              <a:rPr lang="en-US" dirty="0"/>
              <a:t> operations.</a:t>
            </a:r>
          </a:p>
          <a:p>
            <a:r>
              <a:rPr lang="en-US" dirty="0">
                <a:solidFill>
                  <a:schemeClr val="accent1"/>
                </a:solidFill>
              </a:rPr>
              <a:t>Medical Ethics :</a:t>
            </a:r>
          </a:p>
          <a:p>
            <a:r>
              <a:rPr lang="en-US" dirty="0"/>
              <a:t>Helping medical professionals make moral decisions about patient care and medical research.</a:t>
            </a:r>
          </a:p>
          <a:p>
            <a:r>
              <a:rPr lang="en-US" dirty="0">
                <a:solidFill>
                  <a:schemeClr val="accent1"/>
                </a:solidFill>
              </a:rPr>
              <a:t>Ecological ethics:</a:t>
            </a:r>
          </a:p>
          <a:p>
            <a:r>
              <a:rPr lang="en-US" dirty="0"/>
              <a:t>Encourage thoughtful nature-base interactions and discuss the ethical implications of environmental problems.</a:t>
            </a:r>
          </a:p>
        </p:txBody>
      </p:sp>
    </p:spTree>
    <p:extLst>
      <p:ext uri="{BB962C8B-B14F-4D97-AF65-F5344CB8AC3E}">
        <p14:creationId xmlns:p14="http://schemas.microsoft.com/office/powerpoint/2010/main" val="427358901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14</TotalTime>
  <Words>331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Relatives , Subjectives  and  Naturalistic</vt:lpstr>
      <vt:lpstr>What are ethics?</vt:lpstr>
      <vt:lpstr>Relativism:</vt:lpstr>
      <vt:lpstr>Subjectivism : </vt:lpstr>
      <vt:lpstr>Naturalism :</vt:lpstr>
      <vt:lpstr>Critiques of subject Ethics</vt:lpstr>
      <vt:lpstr>   Application of ethics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Relatives , Subjectives  and  Naturalistic</dc:title>
  <dc:creator>muskan lakhani</dc:creator>
  <cp:lastModifiedBy>muskan lakhani</cp:lastModifiedBy>
  <cp:revision>2</cp:revision>
  <dcterms:created xsi:type="dcterms:W3CDTF">2023-10-19T18:14:22Z</dcterms:created>
  <dcterms:modified xsi:type="dcterms:W3CDTF">2023-10-19T18:28:51Z</dcterms:modified>
</cp:coreProperties>
</file>