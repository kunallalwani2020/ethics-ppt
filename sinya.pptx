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5736-ABC1-4619-8674-6A4D05111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A3BEC-60CB-4B31-B2DC-799AD3C96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6A5FC-7011-49E0-9BFA-B5B75BF7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B15C-7E40-40E4-BB41-257FAC8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2545-C8FC-48F6-A34B-D864E13F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7949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F9CC-0198-448A-B09E-B0D9308B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4E9A-B705-4AAA-A698-278B0421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D246-A7B6-4F97-917E-57E19A27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57CBE-1352-40B8-824D-2CC2D2B0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533A8-4EEA-4E1E-814C-938CB847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775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05EFD-84CF-46CE-BCB8-BBD6975C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DD487-B116-4801-BD65-5D596F859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B66FD-3F2A-4FF0-A01C-0F5BFF46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7059-A225-4B60-9C65-21908025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63C6-38E9-4E3B-8B0F-37113A35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703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A543-0C67-43B4-B892-29F4E86C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D142-3B7F-4108-AC9E-0AE7ECE47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8E8BC-F162-4646-8DE2-457CE069B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78879-FBDB-4ADE-813A-0DCD950B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CC79-5DC0-4253-8684-1225F917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0048B-B014-4DF2-B619-9B4A4C9E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923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E43A-6C8E-4479-B497-02869282C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177F-5855-4487-9BFC-4AA41C242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4CA7C-347F-494F-BBDC-62BB926C1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03CBD-1C1E-41FE-82F7-ED9C6A8E5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9BB07-A38B-40F7-88E4-DCE958B33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EB905-F0AA-4318-B0B7-E08845745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68410-2310-42D7-8531-4E81FA7F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B7A6A-C46E-4DF5-841E-ADF5AA59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5442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3589-8DAE-4587-8E65-DACB85326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736FF-9AC8-411D-96BF-A2B5E3C2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D4013-969A-46AC-AD5D-B1855393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C509C-4470-4BA1-ADE8-6CA726EC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9222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142D3-A35C-4F36-8FA8-A989D94C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2715E-E393-4AC0-B0A2-0BCE2F2C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35E7-2ED5-4362-9872-6B0695B6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368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7030-ED98-403D-8C39-068494A2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884B-C008-4A01-B1BA-326D37E1D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2510F-91EC-4BF8-900E-0FB760C23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BB00F-95B1-4C06-A6E9-D3F9B678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D005C-BA7F-4ABB-AE71-83222A9E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69B90-6BDB-4D29-B731-10FF59AE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0478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0722-E95D-4E9F-BCD6-A0FE5C00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815A6-E9F7-4861-8BB7-A7A429028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4537E-8524-4573-BA69-9643AA281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63D2-B4F9-4E60-91D8-A3C68795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DC3F4-ECE2-4C74-A7A2-5D325B81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2938D-AD99-4783-95E2-996148C5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3317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B5C9-AC66-46AE-92FC-0BA77F65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4A7B3-D45E-4892-9C8F-5B67480FE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FAECB-491C-4694-8C9E-4650A086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0E6BC-2F4A-4745-BCD8-A4442043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89BF7-FD0E-4548-9D68-48F80809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3152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FCFE8-B2EF-4DF3-81ED-C0058CEE3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93A91-8D19-45F4-A7E7-69682E0A8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7CBBF-EB06-406F-B2B3-D4C8ACFC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57764-BC61-457A-A194-B54EE2C0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0C81-D136-433D-A4D6-91DC43A5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5911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180B66-5199-4265-B3A4-980C0E8E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190E4-ED75-489C-967F-8149E6E0C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AB4A4-1E04-403B-81F6-B07D788D9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46C24-CAEB-4953-B78C-3FBBCA84B939}" type="datetimeFigureOut">
              <a:rPr lang="en-PK" smtClean="0"/>
              <a:t>20/10/2023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64A98-A229-4202-97BB-15EFC22D6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CAD58-C985-4E85-8540-1E5822C0E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26F40-44B4-4138-ACA7-7B5B995A43C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1837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F3E2-F51E-40C7-B562-7C4258F9D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PHYCHOLOGY OF MORAL ACTIONS.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F0A05-7A0F-48A8-99D3-89BDF7C1B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>
            <a:off x="1524000" y="7142921"/>
            <a:ext cx="9144000" cy="212035"/>
          </a:xfrm>
        </p:spPr>
        <p:txBody>
          <a:bodyPr>
            <a:normAutofit fontScale="40000" lnSpcReduction="20000"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2890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46244-8279-4991-8B58-715036FF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MORAL ACTION?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6E31-5D40-4367-AB25-2F79A9A1D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MORAL ACTION MEANS TRANSFORMING THE INTENT TO DO THE RIGHT THING INTO REALITY. OR IT IS A ACTION THAT IS MOTIVATED BY A SENSE OF DUTY, RESPECT FOR THE RIGHTS AND DIGNITY OF OTHERS, AND A DESIRE TO DO WHAT IS FAIR AND JUST.</a:t>
            </a:r>
          </a:p>
          <a:p>
            <a:endParaRPr lang="en-US" dirty="0"/>
          </a:p>
          <a:p>
            <a:r>
              <a:rPr lang="en-US" dirty="0"/>
              <a:t>MORAL ACTIONS COMES FROM MORALITY.</a:t>
            </a:r>
          </a:p>
          <a:p>
            <a:r>
              <a:rPr lang="en-US" dirty="0"/>
              <a:t>MORALITY IS VERY AFFECTIVE COMPONENT OF OUR FEELINGS, BEHAVIOUR COMPONENT, SOCIAL LEARNING AND MANY MORE BECAUSE MORALITY TEACHES US WHAT IS RIGHT OR WRONG.</a:t>
            </a:r>
          </a:p>
        </p:txBody>
      </p:sp>
    </p:spTree>
    <p:extLst>
      <p:ext uri="{BB962C8B-B14F-4D97-AF65-F5344CB8AC3E}">
        <p14:creationId xmlns:p14="http://schemas.microsoft.com/office/powerpoint/2010/main" val="3506685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C2E3-8C71-4CE5-B9DF-D6B624DE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MORAL PHYSCOLOGY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C2AB-CC0C-4707-B2C3-D33D6F325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9782"/>
            <a:ext cx="10515600" cy="4351338"/>
          </a:xfrm>
        </p:spPr>
        <p:txBody>
          <a:bodyPr/>
          <a:lstStyle/>
          <a:p>
            <a:r>
              <a:rPr lang="en-US" dirty="0"/>
              <a:t>MORAL PHYSCOLOGY IS THE STUDY OF MORAL IDENTITY DEVEPLOMENT, OR HOW PEOPLE INTEGRATED MORAL IDEALS WITH THE DEVEPLOMENT OF THEIR OWN CHARACTER.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8735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CA62-B04C-4FCD-844C-5DB0CA5E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MORAL PHYSCOLOGY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3A224-A4D1-40BE-B715-40E848346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FOUR</a:t>
            </a:r>
            <a:r>
              <a:rPr lang="en-US" dirty="0"/>
              <a:t> ELEMENTS;</a:t>
            </a:r>
          </a:p>
          <a:p>
            <a:r>
              <a:rPr lang="en-US" dirty="0"/>
              <a:t>MORAL AWARENESS.</a:t>
            </a:r>
          </a:p>
          <a:p>
            <a:r>
              <a:rPr lang="en-US" dirty="0"/>
              <a:t>MORAL JUDGEMENT.</a:t>
            </a:r>
          </a:p>
          <a:p>
            <a:r>
              <a:rPr lang="en-US" dirty="0"/>
              <a:t>MORAL INTENTION.</a:t>
            </a:r>
          </a:p>
          <a:p>
            <a:r>
              <a:rPr lang="en-US" dirty="0"/>
              <a:t>MORAL ACTION.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1487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1CBF3-CF3A-4F60-ABAF-4F89D4DC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596348"/>
            <a:ext cx="10515600" cy="477078"/>
          </a:xfrm>
        </p:spPr>
        <p:txBody>
          <a:bodyPr>
            <a:normAutofit fontScale="90000"/>
          </a:bodyPr>
          <a:lstStyle/>
          <a:p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57F90-D989-428A-8434-9A9338193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MORAL AWARENESS</a:t>
            </a:r>
            <a:r>
              <a:rPr lang="en-US" dirty="0"/>
              <a:t>:IT IS A FISRT STEP TOWARDS THE PATHWAY OF ETHICAL BEHAVIOUR.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MORAL JUDGEMENT </a:t>
            </a:r>
            <a:r>
              <a:rPr lang="en-US" dirty="0"/>
              <a:t>: IT IS THE EVALUATION OF A CERTAIN BEHAVIOR AS A GOOD OR BAD; RIGHT OR WRONG.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MORAL INTENTION </a:t>
            </a:r>
            <a:r>
              <a:rPr lang="en-US" dirty="0"/>
              <a:t>: MORAL INTENT IS THE DESIRE TO ACT ETHICALLY WHEN FACING A DECISION AND OVERCOME THE RATIONALIZATION AND NOT TO BE  ETHICAL “ THIS TIME”.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MORAL ACTION </a:t>
            </a:r>
            <a:r>
              <a:rPr lang="en-US" dirty="0"/>
              <a:t>: IT HELPS TO DO ANYTHING WITH PRACTICES WITH MORAL VALUES.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8984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THE PHYCHOLOGY OF MORAL ACTIONS.</vt:lpstr>
      <vt:lpstr>WHAT IS MORAL ACTION?</vt:lpstr>
      <vt:lpstr>MORAL PHYSCOLOGY </vt:lpstr>
      <vt:lpstr>ELEMENTS OF MORAL PHYSCOLOGY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PHYCHOLOGY OF MORAL ACTIONS.</dc:title>
  <dc:creator>dt</dc:creator>
  <cp:lastModifiedBy>dt</cp:lastModifiedBy>
  <cp:revision>4</cp:revision>
  <dcterms:created xsi:type="dcterms:W3CDTF">2023-10-18T20:44:40Z</dcterms:created>
  <dcterms:modified xsi:type="dcterms:W3CDTF">2023-10-19T20:38:12Z</dcterms:modified>
</cp:coreProperties>
</file>