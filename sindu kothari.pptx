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2"/>
  </p:notesMasterIdLst>
  <p:handoutMasterIdLst>
    <p:handoutMasterId r:id="rId13"/>
  </p:handoutMasterIdLst>
  <p:sldIdLst>
    <p:sldId id="278" r:id="rId5"/>
    <p:sldId id="279" r:id="rId6"/>
    <p:sldId id="280" r:id="rId7"/>
    <p:sldId id="294" r:id="rId8"/>
    <p:sldId id="295" r:id="rId9"/>
    <p:sldId id="296" r:id="rId10"/>
    <p:sldId id="293" r:id="rId11"/>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E9C460-2D46-461B-8F5F-60750BF6B662}" v="11" dt="2023-10-19T19:32:30.994"/>
  </p1510:revLst>
</p1510:revInfo>
</file>

<file path=ppt/tableStyles.xml><?xml version="1.0" encoding="utf-8"?>
<a:tblStyleLst xmlns:a="http://schemas.openxmlformats.org/drawingml/2006/main" def="{5DA37D80-6434-44D0-A028-1B22A696006F}">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09" autoAdjust="0"/>
  </p:normalViewPr>
  <p:slideViewPr>
    <p:cSldViewPr snapToGrid="0" snapToObjects="1">
      <p:cViewPr varScale="1">
        <p:scale>
          <a:sx n="82" d="100"/>
          <a:sy n="82" d="100"/>
        </p:scale>
        <p:origin x="720" y="77"/>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4" d="100"/>
          <a:sy n="24" d="100"/>
        </p:scale>
        <p:origin x="3475" y="12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abel Kothari" userId="20296dd090cf8a93" providerId="LiveId" clId="{63E9C460-2D46-461B-8F5F-60750BF6B662}"/>
    <pc:docChg chg="undo redo custSel addSld delSld modSld">
      <pc:chgData name="Raabel Kothari" userId="20296dd090cf8a93" providerId="LiveId" clId="{63E9C460-2D46-461B-8F5F-60750BF6B662}" dt="2023-10-19T19:35:02.716" v="451" actId="47"/>
      <pc:docMkLst>
        <pc:docMk/>
      </pc:docMkLst>
      <pc:sldChg chg="modSp mod">
        <pc:chgData name="Raabel Kothari" userId="20296dd090cf8a93" providerId="LiveId" clId="{63E9C460-2D46-461B-8F5F-60750BF6B662}" dt="2023-10-19T18:19:29.394" v="118" actId="14100"/>
        <pc:sldMkLst>
          <pc:docMk/>
          <pc:sldMk cId="2131568492" sldId="278"/>
        </pc:sldMkLst>
        <pc:spChg chg="mod">
          <ac:chgData name="Raabel Kothari" userId="20296dd090cf8a93" providerId="LiveId" clId="{63E9C460-2D46-461B-8F5F-60750BF6B662}" dt="2023-10-19T18:19:29.394" v="118" actId="14100"/>
          <ac:spMkLst>
            <pc:docMk/>
            <pc:sldMk cId="2131568492" sldId="278"/>
            <ac:spMk id="3" creationId="{86C1060B-300F-3CE3-E5AA-D8E29791C960}"/>
          </ac:spMkLst>
        </pc:spChg>
      </pc:sldChg>
      <pc:sldChg chg="modSp mod">
        <pc:chgData name="Raabel Kothari" userId="20296dd090cf8a93" providerId="LiveId" clId="{63E9C460-2D46-461B-8F5F-60750BF6B662}" dt="2023-10-19T19:30:35.259" v="421" actId="20577"/>
        <pc:sldMkLst>
          <pc:docMk/>
          <pc:sldMk cId="3855531800" sldId="279"/>
        </pc:sldMkLst>
        <pc:spChg chg="mod">
          <ac:chgData name="Raabel Kothari" userId="20296dd090cf8a93" providerId="LiveId" clId="{63E9C460-2D46-461B-8F5F-60750BF6B662}" dt="2023-10-19T19:30:35.259" v="421" actId="20577"/>
          <ac:spMkLst>
            <pc:docMk/>
            <pc:sldMk cId="3855531800" sldId="279"/>
            <ac:spMk id="3" creationId="{4D1F66E5-D2D7-172B-46BA-FEBFE092CC7F}"/>
          </ac:spMkLst>
        </pc:spChg>
      </pc:sldChg>
      <pc:sldChg chg="delSp modSp mod">
        <pc:chgData name="Raabel Kothari" userId="20296dd090cf8a93" providerId="LiveId" clId="{63E9C460-2D46-461B-8F5F-60750BF6B662}" dt="2023-10-19T19:00:08.740" v="285" actId="20577"/>
        <pc:sldMkLst>
          <pc:docMk/>
          <pc:sldMk cId="979622006" sldId="280"/>
        </pc:sldMkLst>
        <pc:spChg chg="mod">
          <ac:chgData name="Raabel Kothari" userId="20296dd090cf8a93" providerId="LiveId" clId="{63E9C460-2D46-461B-8F5F-60750BF6B662}" dt="2023-10-19T18:22:16.834" v="193" actId="1037"/>
          <ac:spMkLst>
            <pc:docMk/>
            <pc:sldMk cId="979622006" sldId="280"/>
            <ac:spMk id="2" creationId="{4A940BC6-9DA0-FB4D-8879-DC8B3958C07C}"/>
          </ac:spMkLst>
        </pc:spChg>
        <pc:spChg chg="mod">
          <ac:chgData name="Raabel Kothari" userId="20296dd090cf8a93" providerId="LiveId" clId="{63E9C460-2D46-461B-8F5F-60750BF6B662}" dt="2023-10-19T19:00:08.740" v="285" actId="20577"/>
          <ac:spMkLst>
            <pc:docMk/>
            <pc:sldMk cId="979622006" sldId="280"/>
            <ac:spMk id="3" creationId="{1E0B8C4B-3A3C-9FD1-59FB-1666C1F09376}"/>
          </ac:spMkLst>
        </pc:spChg>
        <pc:spChg chg="del">
          <ac:chgData name="Raabel Kothari" userId="20296dd090cf8a93" providerId="LiveId" clId="{63E9C460-2D46-461B-8F5F-60750BF6B662}" dt="2023-10-19T18:20:49.516" v="124" actId="478"/>
          <ac:spMkLst>
            <pc:docMk/>
            <pc:sldMk cId="979622006" sldId="280"/>
            <ac:spMk id="14" creationId="{03571BF2-FCCE-E7A0-736D-9168D2BBFF63}"/>
          </ac:spMkLst>
        </pc:spChg>
      </pc:sldChg>
      <pc:sldChg chg="del">
        <pc:chgData name="Raabel Kothari" userId="20296dd090cf8a93" providerId="LiveId" clId="{63E9C460-2D46-461B-8F5F-60750BF6B662}" dt="2023-10-19T18:54:04.672" v="240" actId="47"/>
        <pc:sldMkLst>
          <pc:docMk/>
          <pc:sldMk cId="2952923800" sldId="281"/>
        </pc:sldMkLst>
      </pc:sldChg>
      <pc:sldChg chg="del">
        <pc:chgData name="Raabel Kothari" userId="20296dd090cf8a93" providerId="LiveId" clId="{63E9C460-2D46-461B-8F5F-60750BF6B662}" dt="2023-10-19T19:27:53.863" v="365" actId="47"/>
        <pc:sldMkLst>
          <pc:docMk/>
          <pc:sldMk cId="685681062" sldId="282"/>
        </pc:sldMkLst>
      </pc:sldChg>
      <pc:sldChg chg="del">
        <pc:chgData name="Raabel Kothari" userId="20296dd090cf8a93" providerId="LiveId" clId="{63E9C460-2D46-461B-8F5F-60750BF6B662}" dt="2023-10-19T19:27:45.093" v="364" actId="47"/>
        <pc:sldMkLst>
          <pc:docMk/>
          <pc:sldMk cId="2886474736" sldId="284"/>
        </pc:sldMkLst>
      </pc:sldChg>
      <pc:sldChg chg="del">
        <pc:chgData name="Raabel Kothari" userId="20296dd090cf8a93" providerId="LiveId" clId="{63E9C460-2D46-461B-8F5F-60750BF6B662}" dt="2023-10-19T19:03:56.670" v="337" actId="47"/>
        <pc:sldMkLst>
          <pc:docMk/>
          <pc:sldMk cId="2011930182" sldId="285"/>
        </pc:sldMkLst>
      </pc:sldChg>
      <pc:sldChg chg="del">
        <pc:chgData name="Raabel Kothari" userId="20296dd090cf8a93" providerId="LiveId" clId="{63E9C460-2D46-461B-8F5F-60750BF6B662}" dt="2023-10-19T19:03:59.728" v="338" actId="47"/>
        <pc:sldMkLst>
          <pc:docMk/>
          <pc:sldMk cId="2452269796" sldId="287"/>
        </pc:sldMkLst>
      </pc:sldChg>
      <pc:sldChg chg="del">
        <pc:chgData name="Raabel Kothari" userId="20296dd090cf8a93" providerId="LiveId" clId="{63E9C460-2D46-461B-8F5F-60750BF6B662}" dt="2023-10-19T19:27:56.600" v="366" actId="47"/>
        <pc:sldMkLst>
          <pc:docMk/>
          <pc:sldMk cId="1600494506" sldId="288"/>
        </pc:sldMkLst>
      </pc:sldChg>
      <pc:sldChg chg="del">
        <pc:chgData name="Raabel Kothari" userId="20296dd090cf8a93" providerId="LiveId" clId="{63E9C460-2D46-461B-8F5F-60750BF6B662}" dt="2023-10-19T19:27:59.517" v="367" actId="47"/>
        <pc:sldMkLst>
          <pc:docMk/>
          <pc:sldMk cId="2502887943" sldId="289"/>
        </pc:sldMkLst>
      </pc:sldChg>
      <pc:sldChg chg="del">
        <pc:chgData name="Raabel Kothari" userId="20296dd090cf8a93" providerId="LiveId" clId="{63E9C460-2D46-461B-8F5F-60750BF6B662}" dt="2023-10-19T19:28:02.285" v="368" actId="47"/>
        <pc:sldMkLst>
          <pc:docMk/>
          <pc:sldMk cId="3170280394" sldId="290"/>
        </pc:sldMkLst>
      </pc:sldChg>
      <pc:sldChg chg="del">
        <pc:chgData name="Raabel Kothari" userId="20296dd090cf8a93" providerId="LiveId" clId="{63E9C460-2D46-461B-8F5F-60750BF6B662}" dt="2023-10-19T19:28:03.365" v="369" actId="47"/>
        <pc:sldMkLst>
          <pc:docMk/>
          <pc:sldMk cId="249904479" sldId="291"/>
        </pc:sldMkLst>
      </pc:sldChg>
      <pc:sldChg chg="add del">
        <pc:chgData name="Raabel Kothari" userId="20296dd090cf8a93" providerId="LiveId" clId="{63E9C460-2D46-461B-8F5F-60750BF6B662}" dt="2023-10-19T19:29:36.981" v="383" actId="47"/>
        <pc:sldMkLst>
          <pc:docMk/>
          <pc:sldMk cId="94818171" sldId="292"/>
        </pc:sldMkLst>
      </pc:sldChg>
      <pc:sldChg chg="modSp mod">
        <pc:chgData name="Raabel Kothari" userId="20296dd090cf8a93" providerId="LiveId" clId="{63E9C460-2D46-461B-8F5F-60750BF6B662}" dt="2023-10-19T19:03:06.353" v="336" actId="14100"/>
        <pc:sldMkLst>
          <pc:docMk/>
          <pc:sldMk cId="1003962426" sldId="293"/>
        </pc:sldMkLst>
        <pc:spChg chg="mod">
          <ac:chgData name="Raabel Kothari" userId="20296dd090cf8a93" providerId="LiveId" clId="{63E9C460-2D46-461B-8F5F-60750BF6B662}" dt="2023-10-19T19:03:06.353" v="336" actId="14100"/>
          <ac:spMkLst>
            <pc:docMk/>
            <pc:sldMk cId="1003962426" sldId="293"/>
            <ac:spMk id="2" creationId="{800AB426-5B7C-607E-D413-5D2C9495CC0A}"/>
          </ac:spMkLst>
        </pc:spChg>
        <pc:spChg chg="mod">
          <ac:chgData name="Raabel Kothari" userId="20296dd090cf8a93" providerId="LiveId" clId="{63E9C460-2D46-461B-8F5F-60750BF6B662}" dt="2023-10-19T19:03:02.291" v="335" actId="1076"/>
          <ac:spMkLst>
            <pc:docMk/>
            <pc:sldMk cId="1003962426" sldId="293"/>
            <ac:spMk id="3" creationId="{B787DFD8-D262-D485-B1F2-817C5A0928C5}"/>
          </ac:spMkLst>
        </pc:spChg>
      </pc:sldChg>
      <pc:sldChg chg="new del">
        <pc:chgData name="Raabel Kothari" userId="20296dd090cf8a93" providerId="LiveId" clId="{63E9C460-2D46-461B-8F5F-60750BF6B662}" dt="2023-10-19T18:53:00.613" v="231" actId="47"/>
        <pc:sldMkLst>
          <pc:docMk/>
          <pc:sldMk cId="1163049842" sldId="294"/>
        </pc:sldMkLst>
      </pc:sldChg>
      <pc:sldChg chg="modSp new del mod">
        <pc:chgData name="Raabel Kothari" userId="20296dd090cf8a93" providerId="LiveId" clId="{63E9C460-2D46-461B-8F5F-60750BF6B662}" dt="2023-10-19T18:57:41.897" v="252" actId="47"/>
        <pc:sldMkLst>
          <pc:docMk/>
          <pc:sldMk cId="2429920996" sldId="294"/>
        </pc:sldMkLst>
        <pc:spChg chg="mod">
          <ac:chgData name="Raabel Kothari" userId="20296dd090cf8a93" providerId="LiveId" clId="{63E9C460-2D46-461B-8F5F-60750BF6B662}" dt="2023-10-19T18:57:35.674" v="251" actId="20577"/>
          <ac:spMkLst>
            <pc:docMk/>
            <pc:sldMk cId="2429920996" sldId="294"/>
            <ac:spMk id="2" creationId="{3E4954D6-1CFD-05B9-7A2B-4E5CB26A8981}"/>
          </ac:spMkLst>
        </pc:spChg>
      </pc:sldChg>
      <pc:sldChg chg="modSp add del mod">
        <pc:chgData name="Raabel Kothari" userId="20296dd090cf8a93" providerId="LiveId" clId="{63E9C460-2D46-461B-8F5F-60750BF6B662}" dt="2023-10-19T19:05:05.222" v="340" actId="2696"/>
        <pc:sldMkLst>
          <pc:docMk/>
          <pc:sldMk cId="3761414937" sldId="294"/>
        </pc:sldMkLst>
        <pc:spChg chg="mod">
          <ac:chgData name="Raabel Kothari" userId="20296dd090cf8a93" providerId="LiveId" clId="{63E9C460-2D46-461B-8F5F-60750BF6B662}" dt="2023-10-19T19:01:05.566" v="294" actId="20577"/>
          <ac:spMkLst>
            <pc:docMk/>
            <pc:sldMk cId="3761414937" sldId="294"/>
            <ac:spMk id="3" creationId="{1E0B8C4B-3A3C-9FD1-59FB-1666C1F09376}"/>
          </ac:spMkLst>
        </pc:spChg>
      </pc:sldChg>
      <pc:sldChg chg="add del">
        <pc:chgData name="Raabel Kothari" userId="20296dd090cf8a93" providerId="LiveId" clId="{63E9C460-2D46-461B-8F5F-60750BF6B662}" dt="2023-10-19T18:58:08.159" v="255"/>
        <pc:sldMkLst>
          <pc:docMk/>
          <pc:sldMk cId="3043701858" sldId="295"/>
        </pc:sldMkLst>
      </pc:sldChg>
      <pc:sldChg chg="modSp add mod">
        <pc:chgData name="Raabel Kothari" userId="20296dd090cf8a93" providerId="LiveId" clId="{63E9C460-2D46-461B-8F5F-60750BF6B662}" dt="2023-10-19T19:29:50.490" v="388" actId="20577"/>
        <pc:sldMkLst>
          <pc:docMk/>
          <pc:sldMk cId="3201746815" sldId="295"/>
        </pc:sldMkLst>
        <pc:spChg chg="mod">
          <ac:chgData name="Raabel Kothari" userId="20296dd090cf8a93" providerId="LiveId" clId="{63E9C460-2D46-461B-8F5F-60750BF6B662}" dt="2023-10-19T19:05:47.363" v="360" actId="20577"/>
          <ac:spMkLst>
            <pc:docMk/>
            <pc:sldMk cId="3201746815" sldId="295"/>
            <ac:spMk id="2" creationId="{4A940BC6-9DA0-FB4D-8879-DC8B3958C07C}"/>
          </ac:spMkLst>
        </pc:spChg>
        <pc:spChg chg="mod">
          <ac:chgData name="Raabel Kothari" userId="20296dd090cf8a93" providerId="LiveId" clId="{63E9C460-2D46-461B-8F5F-60750BF6B662}" dt="2023-10-19T19:29:50.490" v="388" actId="20577"/>
          <ac:spMkLst>
            <pc:docMk/>
            <pc:sldMk cId="3201746815" sldId="295"/>
            <ac:spMk id="3" creationId="{1E0B8C4B-3A3C-9FD1-59FB-1666C1F09376}"/>
          </ac:spMkLst>
        </pc:spChg>
      </pc:sldChg>
      <pc:sldChg chg="modSp add mod">
        <pc:chgData name="Raabel Kothari" userId="20296dd090cf8a93" providerId="LiveId" clId="{63E9C460-2D46-461B-8F5F-60750BF6B662}" dt="2023-10-19T19:33:10.923" v="448" actId="14100"/>
        <pc:sldMkLst>
          <pc:docMk/>
          <pc:sldMk cId="2555741247" sldId="296"/>
        </pc:sldMkLst>
        <pc:spChg chg="mod">
          <ac:chgData name="Raabel Kothari" userId="20296dd090cf8a93" providerId="LiveId" clId="{63E9C460-2D46-461B-8F5F-60750BF6B662}" dt="2023-10-19T19:31:58.923" v="438" actId="20577"/>
          <ac:spMkLst>
            <pc:docMk/>
            <pc:sldMk cId="2555741247" sldId="296"/>
            <ac:spMk id="2" creationId="{4A940BC6-9DA0-FB4D-8879-DC8B3958C07C}"/>
          </ac:spMkLst>
        </pc:spChg>
        <pc:spChg chg="mod">
          <ac:chgData name="Raabel Kothari" userId="20296dd090cf8a93" providerId="LiveId" clId="{63E9C460-2D46-461B-8F5F-60750BF6B662}" dt="2023-10-19T19:33:10.923" v="448" actId="14100"/>
          <ac:spMkLst>
            <pc:docMk/>
            <pc:sldMk cId="2555741247" sldId="296"/>
            <ac:spMk id="3" creationId="{1E0B8C4B-3A3C-9FD1-59FB-1666C1F09376}"/>
          </ac:spMkLst>
        </pc:spChg>
      </pc:sldChg>
      <pc:sldChg chg="new del">
        <pc:chgData name="Raabel Kothari" userId="20296dd090cf8a93" providerId="LiveId" clId="{63E9C460-2D46-461B-8F5F-60750BF6B662}" dt="2023-10-19T19:31:49.603" v="423" actId="680"/>
        <pc:sldMkLst>
          <pc:docMk/>
          <pc:sldMk cId="3366861113" sldId="296"/>
        </pc:sldMkLst>
      </pc:sldChg>
      <pc:sldChg chg="delSp new del mod">
        <pc:chgData name="Raabel Kothari" userId="20296dd090cf8a93" providerId="LiveId" clId="{63E9C460-2D46-461B-8F5F-60750BF6B662}" dt="2023-10-19T19:35:02.716" v="451" actId="47"/>
        <pc:sldMkLst>
          <pc:docMk/>
          <pc:sldMk cId="15736001" sldId="297"/>
        </pc:sldMkLst>
        <pc:spChg chg="del">
          <ac:chgData name="Raabel Kothari" userId="20296dd090cf8a93" providerId="LiveId" clId="{63E9C460-2D46-461B-8F5F-60750BF6B662}" dt="2023-10-19T19:34:59.108" v="450" actId="478"/>
          <ac:spMkLst>
            <pc:docMk/>
            <pc:sldMk cId="15736001" sldId="297"/>
            <ac:spMk id="5" creationId="{3654CCDB-6EED-DAFE-953B-1E8AFA8A9B86}"/>
          </ac:spMkLst>
        </pc:spChg>
      </pc:sldChg>
      <pc:sldChg chg="add del">
        <pc:chgData name="Raabel Kothari" userId="20296dd090cf8a93" providerId="LiveId" clId="{63E9C460-2D46-461B-8F5F-60750BF6B662}" dt="2023-10-19T19:32:19.305" v="440"/>
        <pc:sldMkLst>
          <pc:docMk/>
          <pc:sldMk cId="1558771960" sldId="297"/>
        </pc:sldMkLst>
      </pc:sldChg>
      <pc:sldChg chg="add del">
        <pc:chgData name="Raabel Kothari" userId="20296dd090cf8a93" providerId="LiveId" clId="{63E9C460-2D46-461B-8F5F-60750BF6B662}" dt="2023-10-19T19:32:30.978" v="442"/>
        <pc:sldMkLst>
          <pc:docMk/>
          <pc:sldMk cId="2133762356" sldId="29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D9D42D35-0463-4920-BEF7-2B88080E67A2}" type="datetimeFigureOut">
              <a:rPr lang="en-US" smtClean="0"/>
              <a:t>10/19/2023</a:t>
            </a:fld>
            <a:endParaRPr lang="en-US"/>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02926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600201"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3403092" y="69574"/>
            <a:ext cx="5385816" cy="3139970"/>
          </a:xfrm>
        </p:spPr>
        <p:txBody>
          <a:bodyPr tIns="0" anchor="b" anchorCtr="0">
            <a:noAutofit/>
          </a:bodyPr>
          <a:lstStyle>
            <a:lvl1pPr algn="ctr">
              <a:defRPr sz="4400"/>
            </a:lvl1pPr>
          </a:lstStyle>
          <a:p>
            <a:r>
              <a:rPr lang="en-US" dirty="0"/>
              <a:t>Click to add title</a:t>
            </a:r>
          </a:p>
        </p:txBody>
      </p:sp>
      <p:sp>
        <p:nvSpPr>
          <p:cNvPr id="3" name="Subtitle 2"/>
          <p:cNvSpPr>
            <a:spLocks noGrp="1"/>
          </p:cNvSpPr>
          <p:nvPr>
            <p:ph type="subTitle" idx="1" hasCustomPrompt="1"/>
          </p:nvPr>
        </p:nvSpPr>
        <p:spPr>
          <a:xfrm>
            <a:off x="4349496" y="3255267"/>
            <a:ext cx="3493008" cy="1644724"/>
          </a:xfrm>
        </p:spPr>
        <p:txBody>
          <a:bodyPr lIns="0" tIns="0" rIns="0" bIns="0" anchor="ctr" anchorCtr="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1499616" y="89452"/>
            <a:ext cx="5693664" cy="2580596"/>
          </a:xfrm>
        </p:spPr>
        <p:txBody>
          <a:bodyPr>
            <a:noAutofit/>
          </a:bodyPr>
          <a:lstStyle>
            <a:lvl1pPr algn="l">
              <a:lnSpc>
                <a:spcPct val="100000"/>
              </a:lnSpc>
              <a:defRPr/>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1499616" y="2770632"/>
            <a:ext cx="5693664" cy="3122168"/>
          </a:xfrm>
        </p:spPr>
        <p:txBody>
          <a:bodyPr>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 uri="{C183D7F6-B498-43B3-948B-1728B52AA6E4}">
                <adec:decorative xmlns:adec="http://schemas.microsoft.com/office/drawing/2017/decorative" val="1"/>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 uri="{C183D7F6-B498-43B3-948B-1728B52AA6E4}">
                <adec:decorative xmlns:adec="http://schemas.microsoft.com/office/drawing/2017/decorative" val="1"/>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 uri="{C183D7F6-B498-43B3-948B-1728B52AA6E4}">
                <adec:decorative xmlns:adec="http://schemas.microsoft.com/office/drawing/2017/decorative" val="1"/>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7" name="Freeform: Shape 16">
            <a:extLst>
              <a:ext uri="{FF2B5EF4-FFF2-40B4-BE49-F238E27FC236}">
                <a16:creationId xmlns:a16="http://schemas.microsoft.com/office/drawing/2014/main" id="{217CBC9E-B934-828F-2AE5-211CEF5B1D25}"/>
              </a:ext>
              <a:ext uri="{C183D7F6-B498-43B3-948B-1728B52AA6E4}">
                <adec:decorative xmlns:adec="http://schemas.microsoft.com/office/drawing/2017/decorative" val="1"/>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hasCustomPrompt="1"/>
          </p:nvPr>
        </p:nvSpPr>
        <p:spPr>
          <a:xfrm>
            <a:off x="4224528" y="815009"/>
            <a:ext cx="6766560" cy="2811462"/>
          </a:xfrm>
        </p:spPr>
        <p:txBody>
          <a:bodyPr>
            <a:noAutofit/>
          </a:bodyPr>
          <a:lstStyle>
            <a:lvl1pPr algn="l">
              <a:lnSpc>
                <a:spcPct val="100000"/>
              </a:lnSpc>
              <a:defRPr b="1"/>
            </a:lvl1pPr>
          </a:lstStyle>
          <a:p>
            <a:r>
              <a:rPr lang="en-US" dirty="0"/>
              <a:t>Click to add title</a:t>
            </a:r>
          </a:p>
        </p:txBody>
      </p:sp>
      <p:sp>
        <p:nvSpPr>
          <p:cNvPr id="5" name="Footer Placeholder 4"/>
          <p:cNvSpPr>
            <a:spLocks noGrp="1"/>
          </p:cNvSpPr>
          <p:nvPr userDrawn="1">
            <p:ph type="ftr" sz="quarter" idx="11"/>
          </p:nvPr>
        </p:nvSpPr>
        <p:spPr>
          <a:xfrm>
            <a:off x="4224528" y="457200"/>
            <a:ext cx="3200400" cy="274320"/>
          </a:xfrm>
        </p:spPr>
        <p:txBody>
          <a:bodyPr>
            <a:noAutofit/>
          </a:bodyPr>
          <a:lstStyle>
            <a:lvl1pPr>
              <a:defRPr>
                <a:latin typeface="+mn-lt"/>
              </a:defRPr>
            </a:lvl1pPr>
          </a:lstStyle>
          <a:p>
            <a:r>
              <a:rPr lang="en-US"/>
              <a:t>Presentation title</a:t>
            </a:r>
            <a:endParaRPr lang="en-US" dirty="0"/>
          </a:p>
        </p:txBody>
      </p:sp>
      <p:sp>
        <p:nvSpPr>
          <p:cNvPr id="6" name="Slide Number Placeholder 5"/>
          <p:cNvSpPr>
            <a:spLocks noGrp="1"/>
          </p:cNvSpPr>
          <p:nvPr userDrawn="1">
            <p:ph type="sldNum" sz="quarter" idx="12"/>
          </p:nvPr>
        </p:nvSpPr>
        <p:spPr>
          <a:xfrm>
            <a:off x="10003536" y="472108"/>
            <a:ext cx="987552" cy="244503"/>
          </a:xfrm>
        </p:spPr>
        <p:txBody>
          <a:bodyPr>
            <a:noAutofit/>
          </a:bodyPr>
          <a:lstStyle>
            <a:lvl1pPr>
              <a:defRPr>
                <a:latin typeface="+mn-lt"/>
              </a:defRPr>
            </a:lvl1pPr>
          </a:lstStyle>
          <a:p>
            <a:fld id="{48F63A3B-78C7-47BE-AE5E-E10140E04643}" type="slidenum">
              <a:rPr lang="en-US" smtClean="0"/>
              <a:pPr/>
              <a:t>‹#›</a:t>
            </a:fld>
            <a:endParaRPr lang="en-US" dirty="0"/>
          </a:p>
        </p:txBody>
      </p:sp>
      <p:sp>
        <p:nvSpPr>
          <p:cNvPr id="3" name="Content Placeholder 2"/>
          <p:cNvSpPr>
            <a:spLocks noGrp="1"/>
          </p:cNvSpPr>
          <p:nvPr userDrawn="1">
            <p:ph idx="1" hasCustomPrompt="1"/>
          </p:nvPr>
        </p:nvSpPr>
        <p:spPr>
          <a:xfrm>
            <a:off x="4224528" y="3723748"/>
            <a:ext cx="6766560" cy="2447238"/>
          </a:xfrm>
        </p:spPr>
        <p:txBody>
          <a:bodyPr>
            <a:normAutofit/>
          </a:bodyPr>
          <a:lstStyle>
            <a:lvl1pPr marL="0" indent="0">
              <a:buNone/>
              <a:defRPr sz="1500"/>
            </a:lvl1pPr>
            <a:lvl2pPr>
              <a:defRPr sz="1500"/>
            </a:lvl2pPr>
            <a:lvl3pPr>
              <a:defRPr sz="1500"/>
            </a:lvl3pPr>
            <a:lvl4pPr>
              <a:defRPr sz="1500"/>
            </a:lvl4pPr>
            <a:lvl5pPr>
              <a:defRPr sz="15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 uri="{C183D7F6-B498-43B3-948B-1728B52AA6E4}">
                <adec:decorative xmlns:adec="http://schemas.microsoft.com/office/drawing/2017/decorative" val="1"/>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 uri="{C183D7F6-B498-43B3-948B-1728B52AA6E4}">
                <adec:decorative xmlns:adec="http://schemas.microsoft.com/office/drawing/2017/decorative" val="1"/>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 uri="{C183D7F6-B498-43B3-948B-1728B52AA6E4}">
                <adec:decorative xmlns:adec="http://schemas.microsoft.com/office/drawing/2017/decorative" val="1"/>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 uri="{C183D7F6-B498-43B3-948B-1728B52AA6E4}">
                <adec:decorative xmlns:adec="http://schemas.microsoft.com/office/drawing/2017/decorative" val="1"/>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 uri="{C183D7F6-B498-43B3-948B-1728B52AA6E4}">
                <adec:decorative xmlns:adec="http://schemas.microsoft.com/office/drawing/2017/decorative" val="1"/>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 uri="{C183D7F6-B498-43B3-948B-1728B52AA6E4}">
                <adec:decorative xmlns:adec="http://schemas.microsoft.com/office/drawing/2017/decorative" val="1"/>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hasCustomPrompt="1"/>
          </p:nvPr>
        </p:nvSpPr>
        <p:spPr>
          <a:xfrm>
            <a:off x="2895600" y="1699591"/>
            <a:ext cx="6400800" cy="2844977"/>
          </a:xfrm>
        </p:spPr>
        <p:txBody>
          <a:bodyPr anchor="b" anchorCtr="0">
            <a:noAutofit/>
          </a:bodyPr>
          <a:lstStyle>
            <a:lvl1pPr>
              <a:lnSpc>
                <a:spcPct val="100000"/>
              </a:lnSpc>
              <a:defRPr sz="4400"/>
            </a:lvl1pPr>
          </a:lstStyle>
          <a:p>
            <a:r>
              <a:rPr lang="en-US" dirty="0"/>
              <a:t>Click to add title</a:t>
            </a:r>
          </a:p>
        </p:txBody>
      </p:sp>
      <p:sp>
        <p:nvSpPr>
          <p:cNvPr id="3" name="Text Placeholder 2"/>
          <p:cNvSpPr>
            <a:spLocks noGrp="1"/>
          </p:cNvSpPr>
          <p:nvPr>
            <p:ph type="body" idx="1" hasCustomPrompt="1"/>
          </p:nvPr>
        </p:nvSpPr>
        <p:spPr>
          <a:xfrm>
            <a:off x="2895600" y="4598948"/>
            <a:ext cx="6400800" cy="847695"/>
          </a:xfrm>
        </p:spPr>
        <p:txBody>
          <a:bodyPr lIns="0" tIns="0" rIns="0" bIns="0" anchor="ctr" anchorCtr="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31520"/>
            <a:ext cx="10665089" cy="1362057"/>
          </a:xfrm>
        </p:spPr>
        <p:txBody>
          <a:bodyPr>
            <a:noAutofit/>
          </a:bodyPr>
          <a:lstStyle>
            <a:lvl1pPr>
              <a:lnSpc>
                <a:spcPct val="100000"/>
              </a:lnSpc>
              <a:defRPr/>
            </a:lvl1pPr>
          </a:lstStyle>
          <a:p>
            <a:r>
              <a:rPr lang="en-US" dirty="0"/>
              <a:t>Click to add title</a:t>
            </a:r>
          </a:p>
        </p:txBody>
      </p:sp>
      <p:sp>
        <p:nvSpPr>
          <p:cNvPr id="6" name="Footer Placeholder 5"/>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3" name="Content Placeholder 2"/>
          <p:cNvSpPr>
            <a:spLocks noGrp="1"/>
          </p:cNvSpPr>
          <p:nvPr>
            <p:ph sz="half" idx="1" hasCustomPrompt="1"/>
          </p:nvPr>
        </p:nvSpPr>
        <p:spPr>
          <a:xfrm>
            <a:off x="539496" y="2103120"/>
            <a:ext cx="11119104" cy="4434840"/>
          </a:xfrm>
        </p:spPr>
        <p:txBody>
          <a:bodyPr>
            <a:normAutofit/>
          </a:bodyPr>
          <a:lstStyle>
            <a:lvl1pPr>
              <a:defRPr sz="1800"/>
            </a:lvl1pPr>
            <a:lvl2pPr>
              <a:defRPr sz="1600"/>
            </a:lvl2pPr>
            <a:lvl3pPr>
              <a:defRPr sz="14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 uri="{C183D7F6-B498-43B3-948B-1728B52AA6E4}">
                <adec:decorative xmlns:adec="http://schemas.microsoft.com/office/drawing/2017/decorative" val="1"/>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chemeClr val="accent3">
              <a:lumMod val="20000"/>
              <a:lumOff val="80000"/>
            </a:schemeClr>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oAutofit/>
          </a:bodyPr>
          <a:lstStyle>
            <a:lvl1pPr>
              <a:lnSpc>
                <a:spcPct val="100000"/>
              </a:lnSpc>
              <a:defRPr/>
            </a:lvl1pPr>
          </a:lstStyle>
          <a:p>
            <a:r>
              <a:rPr lang="en-US" dirty="0"/>
              <a:t>Click to add title</a:t>
            </a:r>
          </a:p>
        </p:txBody>
      </p:sp>
      <p:sp>
        <p:nvSpPr>
          <p:cNvPr id="6" name="Footer Placeholder 5"/>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3" name="Content Placeholder 2"/>
          <p:cNvSpPr>
            <a:spLocks noGrp="1"/>
          </p:cNvSpPr>
          <p:nvPr>
            <p:ph sz="half" idx="1" hasCustomPrompt="1"/>
          </p:nvPr>
        </p:nvSpPr>
        <p:spPr>
          <a:xfrm>
            <a:off x="755904" y="2825496"/>
            <a:ext cx="10680192" cy="2834640"/>
          </a:xfrm>
        </p:spPr>
        <p:txBody>
          <a:bodyPr>
            <a:normAutofit/>
          </a:bodyPr>
          <a:lstStyle>
            <a:lvl1pPr>
              <a:defRPr sz="1800"/>
            </a:lvl1pPr>
            <a:lvl2pPr>
              <a:defRPr sz="1600"/>
            </a:lvl2pPr>
            <a:lvl3pPr>
              <a:defRPr sz="14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4441121" y="1344404"/>
            <a:ext cx="6984906" cy="2560441"/>
          </a:xfrm>
        </p:spPr>
        <p:txBody>
          <a:bodyPr lIns="0" tIns="0" rIns="0" bIns="0" anchor="b" anchorCtr="0">
            <a:noAutofit/>
          </a:bodyPr>
          <a:lstStyle>
            <a:lvl1pPr algn="l">
              <a:lnSpc>
                <a:spcPct val="100000"/>
              </a:lnSpc>
              <a:defRPr sz="3300" b="1">
                <a:latin typeface="+mj-lt"/>
                <a:cs typeface="Arial" panose="020B0604020202020204" pitchFamily="34" charset="0"/>
              </a:defRPr>
            </a:lvl1pPr>
          </a:lstStyle>
          <a:p>
            <a:r>
              <a:rPr lang="en-US" dirty="0"/>
              <a:t>Click to add title</a:t>
            </a:r>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347664"/>
            <a:ext cx="768096" cy="1882471"/>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hasCustomPrompt="1"/>
          </p:nvPr>
        </p:nvSpPr>
        <p:spPr>
          <a:xfrm>
            <a:off x="4441120" y="3977196"/>
            <a:ext cx="4971237" cy="864804"/>
          </a:xfrm>
        </p:spPr>
        <p:txBody>
          <a:bodyPr lIns="0" tIns="0" rIns="0" bIns="0" anchor="ctr" anchorCtr="0">
            <a:noAutofit/>
          </a:bodyPr>
          <a:lstStyle>
            <a:lvl1pPr marL="0" indent="0">
              <a:buNone/>
              <a:defRPr sz="2400"/>
            </a:lvl1pPr>
          </a:lstStyle>
          <a:p>
            <a:r>
              <a:rPr lang="en-US" dirty="0"/>
              <a:t>Click to add subtitle</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hasCustomPrompt="1"/>
          </p:nvPr>
        </p:nvSpPr>
        <p:spPr>
          <a:xfrm>
            <a:off x="758952" y="751398"/>
            <a:ext cx="10671048" cy="1362057"/>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Click to add text</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Click to add text</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Click to add text</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Click to add text</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hasCustomPrompt="1"/>
          </p:nvPr>
        </p:nvSpPr>
        <p:spPr>
          <a:xfrm>
            <a:off x="760937" y="755729"/>
            <a:ext cx="10665089" cy="859972"/>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hasCustomPrompt="1"/>
          </p:nvPr>
        </p:nvSpPr>
        <p:spPr>
          <a:xfrm>
            <a:off x="1271016"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r>
              <a:rPr lang="en-US" dirty="0"/>
              <a:t>Click to add picture</a:t>
            </a:r>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320463"/>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hasCustomPrompt="1"/>
          </p:nvPr>
        </p:nvSpPr>
        <p:spPr>
          <a:xfrm>
            <a:off x="1271016"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919391"/>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hasCustomPrompt="1"/>
          </p:nvPr>
        </p:nvSpPr>
        <p:spPr>
          <a:xfrm>
            <a:off x="3828288"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320463"/>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hasCustomPrompt="1"/>
          </p:nvPr>
        </p:nvSpPr>
        <p:spPr>
          <a:xfrm>
            <a:off x="3828288"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919391"/>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hasCustomPrompt="1"/>
          </p:nvPr>
        </p:nvSpPr>
        <p:spPr>
          <a:xfrm>
            <a:off x="6385560"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320463"/>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hasCustomPrompt="1"/>
          </p:nvPr>
        </p:nvSpPr>
        <p:spPr>
          <a:xfrm>
            <a:off x="6385560"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919391"/>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hasCustomPrompt="1"/>
          </p:nvPr>
        </p:nvSpPr>
        <p:spPr>
          <a:xfrm>
            <a:off x="8942832"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320463"/>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hasCustomPrompt="1"/>
          </p:nvPr>
        </p:nvSpPr>
        <p:spPr>
          <a:xfrm>
            <a:off x="8942832"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919391"/>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hasCustomPrompt="1"/>
          </p:nvPr>
        </p:nvSpPr>
        <p:spPr>
          <a:xfrm>
            <a:off x="758952" y="701702"/>
            <a:ext cx="10671048" cy="1444351"/>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7" name="Oval 6">
            <a:extLst>
              <a:ext uri="{FF2B5EF4-FFF2-40B4-BE49-F238E27FC236}">
                <a16:creationId xmlns:a16="http://schemas.microsoft.com/office/drawing/2014/main" id="{5C32B254-F115-AAF3-09C2-B631F5CDC4C7}"/>
              </a:ext>
              <a:ext uri="{C183D7F6-B498-43B3-948B-1728B52AA6E4}">
                <adec:decorative xmlns:adec="http://schemas.microsoft.com/office/drawing/2017/decorative" val="1"/>
              </a:ext>
            </a:extLst>
          </p:cNvPr>
          <p:cNvSpPr>
            <a:spLocks noChangeAspect="1"/>
          </p:cNvSpPr>
          <p:nvPr userDrawn="1"/>
        </p:nvSpPr>
        <p:spPr>
          <a:xfrm>
            <a:off x="1329989" y="2370268"/>
            <a:ext cx="722376" cy="722376"/>
          </a:xfrm>
          <a:prstGeom prst="ellipse">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hasCustomPrompt="1"/>
          </p:nvPr>
        </p:nvSpPr>
        <p:spPr>
          <a:xfrm>
            <a:off x="1339134" y="2379412"/>
            <a:ext cx="704088" cy="704088"/>
          </a:xfrm>
          <a:prstGeom prst="ellipse">
            <a:avLst/>
          </a:prstGeom>
          <a:solidFill>
            <a:schemeClr val="accent1"/>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hasCustomPrompt="1"/>
          </p:nvPr>
        </p:nvSpPr>
        <p:spPr>
          <a:xfrm>
            <a:off x="685338" y="2758440"/>
            <a:ext cx="2011680" cy="2826771"/>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1598 h 2826771"/>
              <a:gd name="connsiteX1" fmla="*/ 646257 w 2011680"/>
              <a:gd name="connsiteY1" fmla="*/ 0 h 2826771"/>
              <a:gd name="connsiteX2" fmla="*/ 2011680 w 2011680"/>
              <a:gd name="connsiteY2" fmla="*/ 1598 h 2826771"/>
              <a:gd name="connsiteX3" fmla="*/ 2011680 w 2011680"/>
              <a:gd name="connsiteY3" fmla="*/ 2826771 h 2826771"/>
              <a:gd name="connsiteX4" fmla="*/ 0 w 2011680"/>
              <a:gd name="connsiteY4" fmla="*/ 2826771 h 2826771"/>
              <a:gd name="connsiteX5" fmla="*/ 0 w 2011680"/>
              <a:gd name="connsiteY5" fmla="*/ 1598 h 2826771"/>
              <a:gd name="connsiteX0" fmla="*/ 0 w 2011680"/>
              <a:gd name="connsiteY0" fmla="*/ 1598 h 2826771"/>
              <a:gd name="connsiteX1" fmla="*/ 646257 w 2011680"/>
              <a:gd name="connsiteY1" fmla="*/ 0 h 2826771"/>
              <a:gd name="connsiteX2" fmla="*/ 1358727 w 2011680"/>
              <a:gd name="connsiteY2" fmla="*/ 0 h 2826771"/>
              <a:gd name="connsiteX3" fmla="*/ 2011680 w 2011680"/>
              <a:gd name="connsiteY3" fmla="*/ 1598 h 2826771"/>
              <a:gd name="connsiteX4" fmla="*/ 2011680 w 2011680"/>
              <a:gd name="connsiteY4" fmla="*/ 2826771 h 2826771"/>
              <a:gd name="connsiteX5" fmla="*/ 0 w 2011680"/>
              <a:gd name="connsiteY5" fmla="*/ 2826771 h 2826771"/>
              <a:gd name="connsiteX6" fmla="*/ 0 w 2011680"/>
              <a:gd name="connsiteY6" fmla="*/ 1598 h 2826771"/>
              <a:gd name="connsiteX0" fmla="*/ 0 w 2011680"/>
              <a:gd name="connsiteY0" fmla="*/ 1598 h 2826771"/>
              <a:gd name="connsiteX1" fmla="*/ 646257 w 2011680"/>
              <a:gd name="connsiteY1" fmla="*/ 0 h 2826771"/>
              <a:gd name="connsiteX2" fmla="*/ 1010112 w 2011680"/>
              <a:gd name="connsiteY2" fmla="*/ 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6771">
                <a:moveTo>
                  <a:pt x="0" y="1598"/>
                </a:moveTo>
                <a:lnTo>
                  <a:pt x="646257" y="0"/>
                </a:lnTo>
                <a:cubicBezTo>
                  <a:pt x="699597" y="218440"/>
                  <a:pt x="783417" y="292100"/>
                  <a:pt x="1012017" y="335280"/>
                </a:cubicBezTo>
                <a:cubicBezTo>
                  <a:pt x="1289512" y="299720"/>
                  <a:pt x="1340312" y="106045"/>
                  <a:pt x="1358727" y="0"/>
                </a:cubicBezTo>
                <a:lnTo>
                  <a:pt x="2011680" y="1598"/>
                </a:lnTo>
                <a:lnTo>
                  <a:pt x="2011680" y="2826771"/>
                </a:lnTo>
                <a:lnTo>
                  <a:pt x="0" y="2826771"/>
                </a:lnTo>
                <a:lnTo>
                  <a:pt x="0" y="1598"/>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16" name="Rectangle 15">
            <a:extLst>
              <a:ext uri="{FF2B5EF4-FFF2-40B4-BE49-F238E27FC236}">
                <a16:creationId xmlns:a16="http://schemas.microsoft.com/office/drawing/2014/main" id="{B950ED98-B5D1-206C-403F-FA954F9D2CFF}"/>
              </a:ext>
              <a:ext uri="{C183D7F6-B498-43B3-948B-1728B52AA6E4}">
                <adec:decorative xmlns:adec="http://schemas.microsoft.com/office/drawing/2017/decorative" val="1"/>
              </a:ext>
            </a:extLst>
          </p:cNvPr>
          <p:cNvSpPr/>
          <p:nvPr userDrawn="1"/>
        </p:nvSpPr>
        <p:spPr>
          <a:xfrm>
            <a:off x="685338" y="4064834"/>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hasCustomPrompt="1"/>
          </p:nvPr>
        </p:nvSpPr>
        <p:spPr>
          <a:xfrm>
            <a:off x="731058"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8" name="Oval 7">
            <a:extLst>
              <a:ext uri="{FF2B5EF4-FFF2-40B4-BE49-F238E27FC236}">
                <a16:creationId xmlns:a16="http://schemas.microsoft.com/office/drawing/2014/main" id="{B2485599-A799-0E8C-D368-451B9DE022B2}"/>
              </a:ext>
              <a:ext uri="{C183D7F6-B498-43B3-948B-1728B52AA6E4}">
                <adec:decorative xmlns:adec="http://schemas.microsoft.com/office/drawing/2017/decorative" val="1"/>
              </a:ext>
            </a:extLst>
          </p:cNvPr>
          <p:cNvSpPr>
            <a:spLocks noChangeAspect="1"/>
          </p:cNvSpPr>
          <p:nvPr userDrawn="1"/>
        </p:nvSpPr>
        <p:spPr>
          <a:xfrm>
            <a:off x="3545563" y="2373190"/>
            <a:ext cx="722376" cy="722376"/>
          </a:xfrm>
          <a:prstGeom prst="ellipse">
            <a:avLst/>
          </a:prstGeom>
          <a:no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hasCustomPrompt="1"/>
          </p:nvPr>
        </p:nvSpPr>
        <p:spPr>
          <a:xfrm>
            <a:off x="3554707" y="2379412"/>
            <a:ext cx="704088" cy="704088"/>
          </a:xfrm>
          <a:prstGeom prst="ellipse">
            <a:avLst/>
          </a:prstGeom>
          <a:solidFill>
            <a:schemeClr val="accent3"/>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hasCustomPrompt="1"/>
          </p:nvPr>
        </p:nvSpPr>
        <p:spPr>
          <a:xfrm>
            <a:off x="2900910" y="2756536"/>
            <a:ext cx="2011680" cy="2828676"/>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4646 h 2829819"/>
              <a:gd name="connsiteX1" fmla="*/ 994434 w 2011680"/>
              <a:gd name="connsiteY1" fmla="*/ 0 h 2829819"/>
              <a:gd name="connsiteX2" fmla="*/ 2011680 w 2011680"/>
              <a:gd name="connsiteY2" fmla="*/ 4646 h 2829819"/>
              <a:gd name="connsiteX3" fmla="*/ 2011680 w 2011680"/>
              <a:gd name="connsiteY3" fmla="*/ 2829819 h 2829819"/>
              <a:gd name="connsiteX4" fmla="*/ 0 w 2011680"/>
              <a:gd name="connsiteY4" fmla="*/ 2829819 h 2829819"/>
              <a:gd name="connsiteX5" fmla="*/ 0 w 2011680"/>
              <a:gd name="connsiteY5" fmla="*/ 4646 h 2829819"/>
              <a:gd name="connsiteX0" fmla="*/ 0 w 2011680"/>
              <a:gd name="connsiteY0" fmla="*/ 4646 h 2829819"/>
              <a:gd name="connsiteX1" fmla="*/ 994434 w 2011680"/>
              <a:gd name="connsiteY1" fmla="*/ 0 h 2829819"/>
              <a:gd name="connsiteX2" fmla="*/ 2011680 w 2011680"/>
              <a:gd name="connsiteY2" fmla="*/ 4646 h 2829819"/>
              <a:gd name="connsiteX3" fmla="*/ 2011680 w 2011680"/>
              <a:gd name="connsiteY3" fmla="*/ 2829819 h 2829819"/>
              <a:gd name="connsiteX4" fmla="*/ 0 w 2011680"/>
              <a:gd name="connsiteY4" fmla="*/ 2829819 h 2829819"/>
              <a:gd name="connsiteX5" fmla="*/ 0 w 2011680"/>
              <a:gd name="connsiteY5" fmla="*/ 4646 h 2829819"/>
              <a:gd name="connsiteX0" fmla="*/ 0 w 2011680"/>
              <a:gd name="connsiteY0" fmla="*/ 4646 h 2829819"/>
              <a:gd name="connsiteX1" fmla="*/ 994434 w 2011680"/>
              <a:gd name="connsiteY1" fmla="*/ 0 h 2829819"/>
              <a:gd name="connsiteX2" fmla="*/ 2011680 w 2011680"/>
              <a:gd name="connsiteY2" fmla="*/ 4646 h 2829819"/>
              <a:gd name="connsiteX3" fmla="*/ 2011680 w 2011680"/>
              <a:gd name="connsiteY3" fmla="*/ 2829819 h 2829819"/>
              <a:gd name="connsiteX4" fmla="*/ 0 w 2011680"/>
              <a:gd name="connsiteY4" fmla="*/ 2829819 h 2829819"/>
              <a:gd name="connsiteX5" fmla="*/ 0 w 2011680"/>
              <a:gd name="connsiteY5" fmla="*/ 4646 h 2829819"/>
              <a:gd name="connsiteX0" fmla="*/ 0 w 2011680"/>
              <a:gd name="connsiteY0" fmla="*/ 4646 h 2829819"/>
              <a:gd name="connsiteX1" fmla="*/ 994434 w 2011680"/>
              <a:gd name="connsiteY1" fmla="*/ 0 h 2829819"/>
              <a:gd name="connsiteX2" fmla="*/ 1362480 w 2011680"/>
              <a:gd name="connsiteY2" fmla="*/ 3048 h 2829819"/>
              <a:gd name="connsiteX3" fmla="*/ 2011680 w 2011680"/>
              <a:gd name="connsiteY3" fmla="*/ 4646 h 2829819"/>
              <a:gd name="connsiteX4" fmla="*/ 2011680 w 2011680"/>
              <a:gd name="connsiteY4" fmla="*/ 2829819 h 2829819"/>
              <a:gd name="connsiteX5" fmla="*/ 0 w 2011680"/>
              <a:gd name="connsiteY5" fmla="*/ 2829819 h 2829819"/>
              <a:gd name="connsiteX6" fmla="*/ 0 w 2011680"/>
              <a:gd name="connsiteY6" fmla="*/ 4646 h 2829819"/>
              <a:gd name="connsiteX0" fmla="*/ 0 w 2011680"/>
              <a:gd name="connsiteY0" fmla="*/ 4646 h 2829819"/>
              <a:gd name="connsiteX1" fmla="*/ 651915 w 2011680"/>
              <a:gd name="connsiteY1" fmla="*/ 1143 h 2829819"/>
              <a:gd name="connsiteX2" fmla="*/ 994434 w 2011680"/>
              <a:gd name="connsiteY2" fmla="*/ 0 h 2829819"/>
              <a:gd name="connsiteX3" fmla="*/ 1362480 w 2011680"/>
              <a:gd name="connsiteY3" fmla="*/ 3048 h 2829819"/>
              <a:gd name="connsiteX4" fmla="*/ 2011680 w 2011680"/>
              <a:gd name="connsiteY4" fmla="*/ 4646 h 2829819"/>
              <a:gd name="connsiteX5" fmla="*/ 2011680 w 2011680"/>
              <a:gd name="connsiteY5" fmla="*/ 2829819 h 2829819"/>
              <a:gd name="connsiteX6" fmla="*/ 0 w 2011680"/>
              <a:gd name="connsiteY6" fmla="*/ 2829819 h 2829819"/>
              <a:gd name="connsiteX7" fmla="*/ 0 w 2011680"/>
              <a:gd name="connsiteY7" fmla="*/ 4646 h 2829819"/>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8676">
                <a:moveTo>
                  <a:pt x="0" y="3503"/>
                </a:moveTo>
                <a:lnTo>
                  <a:pt x="651915" y="0"/>
                </a:lnTo>
                <a:cubicBezTo>
                  <a:pt x="665123" y="83439"/>
                  <a:pt x="720241" y="317373"/>
                  <a:pt x="1005864" y="336042"/>
                </a:cubicBezTo>
                <a:cubicBezTo>
                  <a:pt x="1248561" y="340868"/>
                  <a:pt x="1359813" y="80899"/>
                  <a:pt x="1362480" y="1905"/>
                </a:cubicBezTo>
                <a:lnTo>
                  <a:pt x="2011680" y="3503"/>
                </a:lnTo>
                <a:lnTo>
                  <a:pt x="2011680" y="2828676"/>
                </a:lnTo>
                <a:lnTo>
                  <a:pt x="0" y="2828676"/>
                </a:lnTo>
                <a:lnTo>
                  <a:pt x="0" y="3503"/>
                </a:lnTo>
                <a:close/>
              </a:path>
            </a:pathLst>
          </a:custGeom>
          <a:noFill/>
          <a:ln w="12700">
            <a:solidFill>
              <a:schemeClr val="accent3"/>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18" name="Rectangle 17">
            <a:extLst>
              <a:ext uri="{FF2B5EF4-FFF2-40B4-BE49-F238E27FC236}">
                <a16:creationId xmlns:a16="http://schemas.microsoft.com/office/drawing/2014/main" id="{0E8643CE-01D9-3E5E-15F6-20689F775F15}"/>
              </a:ext>
              <a:ext uri="{C183D7F6-B498-43B3-948B-1728B52AA6E4}">
                <adec:decorative xmlns:adec="http://schemas.microsoft.com/office/drawing/2017/decorative" val="1"/>
              </a:ext>
            </a:extLst>
          </p:cNvPr>
          <p:cNvSpPr/>
          <p:nvPr userDrawn="1"/>
        </p:nvSpPr>
        <p:spPr>
          <a:xfrm>
            <a:off x="2900911" y="4064834"/>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hasCustomPrompt="1"/>
          </p:nvPr>
        </p:nvSpPr>
        <p:spPr>
          <a:xfrm>
            <a:off x="2946630"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9" name="Oval 8">
            <a:extLst>
              <a:ext uri="{FF2B5EF4-FFF2-40B4-BE49-F238E27FC236}">
                <a16:creationId xmlns:a16="http://schemas.microsoft.com/office/drawing/2014/main" id="{944D3449-0EF5-D439-CC36-5C761D35D494}"/>
              </a:ext>
              <a:ext uri="{C183D7F6-B498-43B3-948B-1728B52AA6E4}">
                <adec:decorative xmlns:adec="http://schemas.microsoft.com/office/drawing/2017/decorative" val="1"/>
              </a:ext>
            </a:extLst>
          </p:cNvPr>
          <p:cNvSpPr>
            <a:spLocks noChangeAspect="1"/>
          </p:cNvSpPr>
          <p:nvPr userDrawn="1"/>
        </p:nvSpPr>
        <p:spPr>
          <a:xfrm>
            <a:off x="5761135" y="2373190"/>
            <a:ext cx="722376" cy="722376"/>
          </a:xfrm>
          <a:prstGeom prst="ellipse">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hasCustomPrompt="1"/>
          </p:nvPr>
        </p:nvSpPr>
        <p:spPr>
          <a:xfrm>
            <a:off x="5770280" y="2379412"/>
            <a:ext cx="704088" cy="704088"/>
          </a:xfrm>
          <a:prstGeom prst="ellipse">
            <a:avLst/>
          </a:prstGeom>
          <a:solidFill>
            <a:schemeClr val="accent1"/>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hasCustomPrompt="1"/>
          </p:nvPr>
        </p:nvSpPr>
        <p:spPr>
          <a:xfrm>
            <a:off x="5116484" y="2756535"/>
            <a:ext cx="2011680" cy="2828676"/>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1598 h 2826771"/>
              <a:gd name="connsiteX1" fmla="*/ 649951 w 2011680"/>
              <a:gd name="connsiteY1" fmla="*/ 0 h 2826771"/>
              <a:gd name="connsiteX2" fmla="*/ 2011680 w 2011680"/>
              <a:gd name="connsiteY2" fmla="*/ 1598 h 2826771"/>
              <a:gd name="connsiteX3" fmla="*/ 2011680 w 2011680"/>
              <a:gd name="connsiteY3" fmla="*/ 2826771 h 2826771"/>
              <a:gd name="connsiteX4" fmla="*/ 0 w 2011680"/>
              <a:gd name="connsiteY4" fmla="*/ 2826771 h 2826771"/>
              <a:gd name="connsiteX5" fmla="*/ 0 w 2011680"/>
              <a:gd name="connsiteY5" fmla="*/ 1598 h 2826771"/>
              <a:gd name="connsiteX0" fmla="*/ 0 w 2011680"/>
              <a:gd name="connsiteY0" fmla="*/ 3503 h 2828676"/>
              <a:gd name="connsiteX1" fmla="*/ 649951 w 2011680"/>
              <a:gd name="connsiteY1" fmla="*/ 1905 h 2828676"/>
              <a:gd name="connsiteX2" fmla="*/ 1358611 w 2011680"/>
              <a:gd name="connsiteY2" fmla="*/ 0 h 2828676"/>
              <a:gd name="connsiteX3" fmla="*/ 2011680 w 2011680"/>
              <a:gd name="connsiteY3" fmla="*/ 3503 h 2828676"/>
              <a:gd name="connsiteX4" fmla="*/ 2011680 w 2011680"/>
              <a:gd name="connsiteY4" fmla="*/ 2828676 h 2828676"/>
              <a:gd name="connsiteX5" fmla="*/ 0 w 2011680"/>
              <a:gd name="connsiteY5" fmla="*/ 2828676 h 2828676"/>
              <a:gd name="connsiteX6" fmla="*/ 0 w 2011680"/>
              <a:gd name="connsiteY6" fmla="*/ 3503 h 2828676"/>
              <a:gd name="connsiteX0" fmla="*/ 0 w 2011680"/>
              <a:gd name="connsiteY0" fmla="*/ 3503 h 2828676"/>
              <a:gd name="connsiteX1" fmla="*/ 649951 w 2011680"/>
              <a:gd name="connsiteY1" fmla="*/ 1905 h 2828676"/>
              <a:gd name="connsiteX2" fmla="*/ 1006186 w 2011680"/>
              <a:gd name="connsiteY2" fmla="*/ 0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8676">
                <a:moveTo>
                  <a:pt x="0" y="3503"/>
                </a:moveTo>
                <a:lnTo>
                  <a:pt x="649951" y="1905"/>
                </a:lnTo>
                <a:cubicBezTo>
                  <a:pt x="676621" y="123825"/>
                  <a:pt x="743296" y="316230"/>
                  <a:pt x="1009996" y="333375"/>
                </a:cubicBezTo>
                <a:cubicBezTo>
                  <a:pt x="1261456" y="319405"/>
                  <a:pt x="1349086" y="114935"/>
                  <a:pt x="1358611" y="0"/>
                </a:cubicBezTo>
                <a:lnTo>
                  <a:pt x="2011680" y="3503"/>
                </a:lnTo>
                <a:lnTo>
                  <a:pt x="2011680" y="2828676"/>
                </a:lnTo>
                <a:lnTo>
                  <a:pt x="0" y="2828676"/>
                </a:lnTo>
                <a:lnTo>
                  <a:pt x="0" y="3503"/>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0" name="Rectangle 19">
            <a:extLst>
              <a:ext uri="{FF2B5EF4-FFF2-40B4-BE49-F238E27FC236}">
                <a16:creationId xmlns:a16="http://schemas.microsoft.com/office/drawing/2014/main" id="{5AF82DDD-EDEC-7D87-F43A-113C5E4A4FE7}"/>
              </a:ext>
              <a:ext uri="{C183D7F6-B498-43B3-948B-1728B52AA6E4}">
                <adec:decorative xmlns:adec="http://schemas.microsoft.com/office/drawing/2017/decorative" val="1"/>
              </a:ext>
            </a:extLst>
          </p:cNvPr>
          <p:cNvSpPr/>
          <p:nvPr userDrawn="1"/>
        </p:nvSpPr>
        <p:spPr>
          <a:xfrm>
            <a:off x="5116484" y="4064834"/>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hasCustomPrompt="1"/>
          </p:nvPr>
        </p:nvSpPr>
        <p:spPr>
          <a:xfrm>
            <a:off x="5162204"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10" name="Oval 9">
            <a:extLst>
              <a:ext uri="{FF2B5EF4-FFF2-40B4-BE49-F238E27FC236}">
                <a16:creationId xmlns:a16="http://schemas.microsoft.com/office/drawing/2014/main" id="{476F2D13-53B7-CE37-EA90-449A726B8A73}"/>
              </a:ext>
              <a:ext uri="{C183D7F6-B498-43B3-948B-1728B52AA6E4}">
                <adec:decorative xmlns:adec="http://schemas.microsoft.com/office/drawing/2017/decorative" val="1"/>
              </a:ext>
            </a:extLst>
          </p:cNvPr>
          <p:cNvSpPr>
            <a:spLocks noChangeAspect="1"/>
          </p:cNvSpPr>
          <p:nvPr userDrawn="1"/>
        </p:nvSpPr>
        <p:spPr>
          <a:xfrm>
            <a:off x="7976707" y="2373190"/>
            <a:ext cx="722376" cy="722376"/>
          </a:xfrm>
          <a:prstGeom prst="ellipse">
            <a:avLst/>
          </a:prstGeom>
          <a:no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hasCustomPrompt="1"/>
          </p:nvPr>
        </p:nvSpPr>
        <p:spPr>
          <a:xfrm>
            <a:off x="7985853" y="2379412"/>
            <a:ext cx="704088" cy="704088"/>
          </a:xfrm>
          <a:prstGeom prst="ellipse">
            <a:avLst/>
          </a:prstGeom>
          <a:solidFill>
            <a:schemeClr val="accent3"/>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hasCustomPrompt="1"/>
          </p:nvPr>
        </p:nvSpPr>
        <p:spPr>
          <a:xfrm>
            <a:off x="7332057" y="2758440"/>
            <a:ext cx="2011680" cy="2826771"/>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1598 h 2826771"/>
              <a:gd name="connsiteX1" fmla="*/ 651163 w 2011680"/>
              <a:gd name="connsiteY1" fmla="*/ 0 h 2826771"/>
              <a:gd name="connsiteX2" fmla="*/ 2011680 w 2011680"/>
              <a:gd name="connsiteY2" fmla="*/ 1598 h 2826771"/>
              <a:gd name="connsiteX3" fmla="*/ 2011680 w 2011680"/>
              <a:gd name="connsiteY3" fmla="*/ 2826771 h 2826771"/>
              <a:gd name="connsiteX4" fmla="*/ 0 w 2011680"/>
              <a:gd name="connsiteY4" fmla="*/ 2826771 h 2826771"/>
              <a:gd name="connsiteX5" fmla="*/ 0 w 2011680"/>
              <a:gd name="connsiteY5" fmla="*/ 1598 h 2826771"/>
              <a:gd name="connsiteX0" fmla="*/ 0 w 2011680"/>
              <a:gd name="connsiteY0" fmla="*/ 1598 h 2826771"/>
              <a:gd name="connsiteX1" fmla="*/ 651163 w 2011680"/>
              <a:gd name="connsiteY1" fmla="*/ 0 h 2826771"/>
              <a:gd name="connsiteX2" fmla="*/ 1357283 w 2011680"/>
              <a:gd name="connsiteY2" fmla="*/ 2540 h 2826771"/>
              <a:gd name="connsiteX3" fmla="*/ 2011680 w 2011680"/>
              <a:gd name="connsiteY3" fmla="*/ 1598 h 2826771"/>
              <a:gd name="connsiteX4" fmla="*/ 2011680 w 2011680"/>
              <a:gd name="connsiteY4" fmla="*/ 2826771 h 2826771"/>
              <a:gd name="connsiteX5" fmla="*/ 0 w 2011680"/>
              <a:gd name="connsiteY5" fmla="*/ 2826771 h 2826771"/>
              <a:gd name="connsiteX6" fmla="*/ 0 w 2011680"/>
              <a:gd name="connsiteY6"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6771">
                <a:moveTo>
                  <a:pt x="0" y="1598"/>
                </a:moveTo>
                <a:lnTo>
                  <a:pt x="651163" y="0"/>
                </a:lnTo>
                <a:cubicBezTo>
                  <a:pt x="681643" y="210820"/>
                  <a:pt x="861983" y="330200"/>
                  <a:pt x="1014383" y="330200"/>
                </a:cubicBezTo>
                <a:cubicBezTo>
                  <a:pt x="1164243" y="312420"/>
                  <a:pt x="1331883" y="218440"/>
                  <a:pt x="1357283" y="2540"/>
                </a:cubicBezTo>
                <a:lnTo>
                  <a:pt x="2011680" y="1598"/>
                </a:lnTo>
                <a:lnTo>
                  <a:pt x="2011680" y="2826771"/>
                </a:lnTo>
                <a:lnTo>
                  <a:pt x="0" y="2826771"/>
                </a:lnTo>
                <a:lnTo>
                  <a:pt x="0" y="1598"/>
                </a:lnTo>
                <a:close/>
              </a:path>
            </a:pathLst>
          </a:custGeom>
          <a:noFill/>
          <a:ln w="12700">
            <a:solidFill>
              <a:schemeClr val="accent3"/>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4" name="Rectangle 23">
            <a:extLst>
              <a:ext uri="{FF2B5EF4-FFF2-40B4-BE49-F238E27FC236}">
                <a16:creationId xmlns:a16="http://schemas.microsoft.com/office/drawing/2014/main" id="{DC0053FE-E44A-CA97-F782-67FC633E722E}"/>
              </a:ext>
              <a:ext uri="{C183D7F6-B498-43B3-948B-1728B52AA6E4}">
                <adec:decorative xmlns:adec="http://schemas.microsoft.com/office/drawing/2017/decorative" val="1"/>
              </a:ext>
            </a:extLst>
          </p:cNvPr>
          <p:cNvSpPr/>
          <p:nvPr userDrawn="1"/>
        </p:nvSpPr>
        <p:spPr>
          <a:xfrm>
            <a:off x="7332057" y="4064834"/>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hasCustomPrompt="1"/>
          </p:nvPr>
        </p:nvSpPr>
        <p:spPr>
          <a:xfrm>
            <a:off x="7377777"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11" name="Oval 10">
            <a:extLst>
              <a:ext uri="{FF2B5EF4-FFF2-40B4-BE49-F238E27FC236}">
                <a16:creationId xmlns:a16="http://schemas.microsoft.com/office/drawing/2014/main" id="{0288DB6F-1A86-5713-2420-7554D75CB811}"/>
              </a:ext>
              <a:ext uri="{C183D7F6-B498-43B3-948B-1728B52AA6E4}">
                <adec:decorative xmlns:adec="http://schemas.microsoft.com/office/drawing/2017/decorative" val="1"/>
              </a:ext>
            </a:extLst>
          </p:cNvPr>
          <p:cNvSpPr>
            <a:spLocks noChangeAspect="1"/>
          </p:cNvSpPr>
          <p:nvPr userDrawn="1"/>
        </p:nvSpPr>
        <p:spPr>
          <a:xfrm>
            <a:off x="10190018" y="2373190"/>
            <a:ext cx="722376" cy="722376"/>
          </a:xfrm>
          <a:prstGeom prst="ellipse">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hasCustomPrompt="1"/>
          </p:nvPr>
        </p:nvSpPr>
        <p:spPr>
          <a:xfrm>
            <a:off x="10201425" y="2379412"/>
            <a:ext cx="704088" cy="704088"/>
          </a:xfrm>
          <a:prstGeom prst="ellipse">
            <a:avLst/>
          </a:prstGeom>
          <a:solidFill>
            <a:schemeClr val="accent1"/>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hasCustomPrompt="1"/>
          </p:nvPr>
        </p:nvSpPr>
        <p:spPr>
          <a:xfrm>
            <a:off x="9547629" y="2758440"/>
            <a:ext cx="2011680" cy="2826771"/>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0 h 2825173"/>
              <a:gd name="connsiteX1" fmla="*/ 655551 w 2011680"/>
              <a:gd name="connsiteY1" fmla="*/ 942 h 2825173"/>
              <a:gd name="connsiteX2" fmla="*/ 2011680 w 2011680"/>
              <a:gd name="connsiteY2" fmla="*/ 0 h 2825173"/>
              <a:gd name="connsiteX3" fmla="*/ 2011680 w 2011680"/>
              <a:gd name="connsiteY3" fmla="*/ 2825173 h 2825173"/>
              <a:gd name="connsiteX4" fmla="*/ 0 w 2011680"/>
              <a:gd name="connsiteY4" fmla="*/ 2825173 h 2825173"/>
              <a:gd name="connsiteX5" fmla="*/ 0 w 2011680"/>
              <a:gd name="connsiteY5" fmla="*/ 0 h 2825173"/>
              <a:gd name="connsiteX0" fmla="*/ 0 w 2011680"/>
              <a:gd name="connsiteY0" fmla="*/ 1598 h 2826771"/>
              <a:gd name="connsiteX1" fmla="*/ 655551 w 2011680"/>
              <a:gd name="connsiteY1" fmla="*/ 2540 h 2826771"/>
              <a:gd name="connsiteX2" fmla="*/ 1364211 w 2011680"/>
              <a:gd name="connsiteY2" fmla="*/ 0 h 2826771"/>
              <a:gd name="connsiteX3" fmla="*/ 2011680 w 2011680"/>
              <a:gd name="connsiteY3" fmla="*/ 1598 h 2826771"/>
              <a:gd name="connsiteX4" fmla="*/ 2011680 w 2011680"/>
              <a:gd name="connsiteY4" fmla="*/ 2826771 h 2826771"/>
              <a:gd name="connsiteX5" fmla="*/ 0 w 2011680"/>
              <a:gd name="connsiteY5" fmla="*/ 2826771 h 2826771"/>
              <a:gd name="connsiteX6" fmla="*/ 0 w 2011680"/>
              <a:gd name="connsiteY6"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6771">
                <a:moveTo>
                  <a:pt x="0" y="1598"/>
                </a:moveTo>
                <a:lnTo>
                  <a:pt x="655551" y="2540"/>
                </a:lnTo>
                <a:cubicBezTo>
                  <a:pt x="686031" y="198120"/>
                  <a:pt x="833351" y="335280"/>
                  <a:pt x="1016231" y="327660"/>
                </a:cubicBezTo>
                <a:cubicBezTo>
                  <a:pt x="1205884" y="340360"/>
                  <a:pt x="1362518" y="137160"/>
                  <a:pt x="1364211" y="0"/>
                </a:cubicBezTo>
                <a:lnTo>
                  <a:pt x="2011680" y="1598"/>
                </a:lnTo>
                <a:lnTo>
                  <a:pt x="2011680" y="2826771"/>
                </a:lnTo>
                <a:lnTo>
                  <a:pt x="0" y="2826771"/>
                </a:lnTo>
                <a:lnTo>
                  <a:pt x="0" y="1598"/>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2" name="Rectangle 21">
            <a:extLst>
              <a:ext uri="{FF2B5EF4-FFF2-40B4-BE49-F238E27FC236}">
                <a16:creationId xmlns:a16="http://schemas.microsoft.com/office/drawing/2014/main" id="{E47E492E-967F-54B7-55B1-08A5E1C3615B}"/>
              </a:ext>
              <a:ext uri="{C183D7F6-B498-43B3-948B-1728B52AA6E4}">
                <adec:decorative xmlns:adec="http://schemas.microsoft.com/office/drawing/2017/decorative" val="1"/>
              </a:ext>
            </a:extLst>
          </p:cNvPr>
          <p:cNvSpPr/>
          <p:nvPr userDrawn="1"/>
        </p:nvSpPr>
        <p:spPr>
          <a:xfrm>
            <a:off x="9547629" y="4064834"/>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hasCustomPrompt="1"/>
          </p:nvPr>
        </p:nvSpPr>
        <p:spPr>
          <a:xfrm>
            <a:off x="9593349"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 uri="{C183D7F6-B498-43B3-948B-1728B52AA6E4}">
                <adec:decorative xmlns:adec="http://schemas.microsoft.com/office/drawing/2017/decorative" val="1"/>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758952" y="731520"/>
            <a:ext cx="10671048" cy="2126438"/>
          </a:xfrm>
        </p:spPr>
        <p:txBody>
          <a:bodyPr/>
          <a:lstStyle>
            <a:lvl1pPr>
              <a:lnSpc>
                <a:spcPct val="100000"/>
              </a:lnSpc>
              <a:defRPr>
                <a:solidFill>
                  <a:schemeClr val="accent6"/>
                </a:solidFill>
              </a:defRPr>
            </a:lvl1pPr>
          </a:lstStyle>
          <a:p>
            <a:r>
              <a:rPr lang="en-US" dirty="0"/>
              <a:t>Click to add title</a:t>
            </a:r>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cxnSp>
        <p:nvCxnSpPr>
          <p:cNvPr id="42" name="Straight Connector 41">
            <a:extLst>
              <a:ext uri="{FF2B5EF4-FFF2-40B4-BE49-F238E27FC236}">
                <a16:creationId xmlns:a16="http://schemas.microsoft.com/office/drawing/2014/main" id="{E6BE61D7-B0A3-902B-4F58-727982880EF5}"/>
              </a:ext>
              <a:ext uri="{C183D7F6-B498-43B3-948B-1728B52AA6E4}">
                <adec:decorative xmlns:adec="http://schemas.microsoft.com/office/drawing/2017/decorative" val="1"/>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35B4623-C6B7-83B6-05A1-17D69EA8DAB1}"/>
              </a:ext>
              <a:ext uri="{C183D7F6-B498-43B3-948B-1728B52AA6E4}">
                <adec:decorative xmlns:adec="http://schemas.microsoft.com/office/drawing/2017/decorative" val="1"/>
              </a:ext>
            </a:extLst>
          </p:cNvPr>
          <p:cNvSpPr/>
          <p:nvPr userDrawn="1"/>
        </p:nvSpPr>
        <p:spPr>
          <a:xfrm rot="16200000">
            <a:off x="1669440" y="4056839"/>
            <a:ext cx="81643" cy="261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16B48C-2241-2A09-2A32-FB55BCFD6524}"/>
              </a:ext>
              <a:ext uri="{C183D7F6-B498-43B3-948B-1728B52AA6E4}">
                <adec:decorative xmlns:adec="http://schemas.microsoft.com/office/drawing/2017/decorative" val="1"/>
              </a:ext>
            </a:extLst>
          </p:cNvPr>
          <p:cNvSpPr/>
          <p:nvPr userDrawn="1"/>
        </p:nvSpPr>
        <p:spPr>
          <a:xfrm rot="16200000">
            <a:off x="3881150" y="4056839"/>
            <a:ext cx="81643" cy="261257"/>
          </a:xfrm>
          <a:prstGeom prst="rect">
            <a:avLst/>
          </a:prstGeom>
          <a:solidFill>
            <a:srgbClr val="F5C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3DC7B0C-730B-4FE8-3BFD-D787B1950638}"/>
              </a:ext>
              <a:ext uri="{C183D7F6-B498-43B3-948B-1728B52AA6E4}">
                <adec:decorative xmlns:adec="http://schemas.microsoft.com/office/drawing/2017/decorative" val="1"/>
              </a:ext>
            </a:extLst>
          </p:cNvPr>
          <p:cNvSpPr/>
          <p:nvPr userDrawn="1"/>
        </p:nvSpPr>
        <p:spPr>
          <a:xfrm rot="16200000">
            <a:off x="6045016" y="4056839"/>
            <a:ext cx="81643" cy="261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47B2BF2-C193-18BC-3798-C9611C4182C4}"/>
              </a:ext>
              <a:ext uri="{C183D7F6-B498-43B3-948B-1728B52AA6E4}">
                <adec:decorative xmlns:adec="http://schemas.microsoft.com/office/drawing/2017/decorative" val="1"/>
              </a:ext>
            </a:extLst>
          </p:cNvPr>
          <p:cNvSpPr/>
          <p:nvPr userDrawn="1"/>
        </p:nvSpPr>
        <p:spPr>
          <a:xfrm rot="16200000">
            <a:off x="8264631" y="4056839"/>
            <a:ext cx="81643" cy="261257"/>
          </a:xfrm>
          <a:prstGeom prst="rect">
            <a:avLst/>
          </a:prstGeom>
          <a:solidFill>
            <a:srgbClr val="F5C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A8E087E-B71E-C8CE-2C40-B3EACA40D29C}"/>
              </a:ext>
              <a:ext uri="{C183D7F6-B498-43B3-948B-1728B52AA6E4}">
                <adec:decorative xmlns:adec="http://schemas.microsoft.com/office/drawing/2017/decorative" val="1"/>
              </a:ext>
            </a:extLst>
          </p:cNvPr>
          <p:cNvSpPr/>
          <p:nvPr userDrawn="1"/>
        </p:nvSpPr>
        <p:spPr>
          <a:xfrm rot="16200000">
            <a:off x="10475505" y="4056839"/>
            <a:ext cx="81643" cy="261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hasCustomPrompt="1"/>
          </p:nvPr>
        </p:nvSpPr>
        <p:spPr>
          <a:xfrm>
            <a:off x="685338"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hasCustomPrompt="1"/>
          </p:nvPr>
        </p:nvSpPr>
        <p:spPr>
          <a:xfrm>
            <a:off x="2900911"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hasCustomPrompt="1"/>
          </p:nvPr>
        </p:nvSpPr>
        <p:spPr>
          <a:xfrm>
            <a:off x="5116484"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hasCustomPrompt="1"/>
          </p:nvPr>
        </p:nvSpPr>
        <p:spPr>
          <a:xfrm>
            <a:off x="7332057"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hasCustomPrompt="1"/>
          </p:nvPr>
        </p:nvSpPr>
        <p:spPr>
          <a:xfrm>
            <a:off x="9547629"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3986784" y="701702"/>
            <a:ext cx="7439243" cy="1309978"/>
          </a:xfrm>
        </p:spPr>
        <p:txBody>
          <a:bodyPr>
            <a:noAutofit/>
          </a:bodyPr>
          <a:lstStyle>
            <a:lvl1pPr algn="l">
              <a:lnSpc>
                <a:spcPct val="100000"/>
              </a:lnSpc>
              <a:defRPr/>
            </a:lvl1pPr>
          </a:lstStyle>
          <a:p>
            <a:r>
              <a:rPr lang="en-US" dirty="0"/>
              <a:t>Click to add title</a:t>
            </a:r>
          </a:p>
        </p:txBody>
      </p:sp>
      <p:sp>
        <p:nvSpPr>
          <p:cNvPr id="9" name="Slide Number Placeholder 8"/>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hasCustomPrompt="1"/>
          </p:nvPr>
        </p:nvSpPr>
        <p:spPr>
          <a:xfrm>
            <a:off x="3986784" y="2071314"/>
            <a:ext cx="3813048" cy="730504"/>
          </a:xfrm>
        </p:spPr>
        <p:txBody>
          <a:bodyPr anchor="ctr" anchorCtr="0">
            <a:noAutofit/>
          </a:bodyPr>
          <a:lstStyle>
            <a:lvl1pPr marL="0" indent="0">
              <a:spcBef>
                <a:spcPts val="0"/>
              </a:spcBef>
              <a:buNone/>
              <a:defRPr sz="1800" b="0" cap="all" baseline="0">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p:cNvSpPr>
            <a:spLocks noGrp="1"/>
          </p:cNvSpPr>
          <p:nvPr>
            <p:ph sz="half" idx="2" hasCustomPrompt="1"/>
          </p:nvPr>
        </p:nvSpPr>
        <p:spPr>
          <a:xfrm>
            <a:off x="3986784" y="2877312"/>
            <a:ext cx="3803992" cy="3684588"/>
          </a:xfrm>
        </p:spPr>
        <p:txBody>
          <a:bodyPr lIns="45720" rIns="45720" bIns="45720">
            <a:normAutofit/>
          </a:bodyPr>
          <a:lstStyle>
            <a:lvl1pPr>
              <a:defRPr sz="1500"/>
            </a:lvl1pPr>
            <a:lvl2pPr>
              <a:defRPr sz="13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7857877" y="2071314"/>
            <a:ext cx="3568150" cy="730504"/>
          </a:xfrm>
        </p:spPr>
        <p:txBody>
          <a:bodyPr anchor="ctr" anchorCtr="0">
            <a:noAutofit/>
          </a:bodyPr>
          <a:lstStyle>
            <a:lvl1pPr marL="0" indent="0">
              <a:spcBef>
                <a:spcPts val="0"/>
              </a:spcBef>
              <a:buNone/>
              <a:defRPr sz="1800" b="0" cap="all" baseline="0">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 name="Content Placeholder 5"/>
          <p:cNvSpPr>
            <a:spLocks noGrp="1"/>
          </p:cNvSpPr>
          <p:nvPr>
            <p:ph sz="quarter" idx="4" hasCustomPrompt="1"/>
          </p:nvPr>
        </p:nvSpPr>
        <p:spPr>
          <a:xfrm>
            <a:off x="7857877" y="2877312"/>
            <a:ext cx="3568150" cy="3684588"/>
          </a:xfrm>
        </p:spPr>
        <p:txBody>
          <a:bodyPr lIns="45720" rIns="45720" bIns="45720">
            <a:normAutofit/>
          </a:bodyPr>
          <a:lstStyle>
            <a:lvl1pPr>
              <a:defRPr sz="1500"/>
            </a:lvl1pPr>
            <a:lvl2pPr>
              <a:defRPr sz="13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hasCustomPrompt="1"/>
          </p:nvPr>
        </p:nvSpPr>
        <p:spPr>
          <a:xfrm>
            <a:off x="758952" y="741458"/>
            <a:ext cx="10671048" cy="1459858"/>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hasCustomPrompt="1"/>
          </p:nvPr>
        </p:nvSpPr>
        <p:spPr>
          <a:xfrm>
            <a:off x="1911096" y="2407653"/>
            <a:ext cx="932688" cy="932688"/>
          </a:xfrm>
          <a:prstGeom prst="ellipse">
            <a:avLst/>
          </a:prstGeom>
          <a:solidFill>
            <a:schemeClr val="accent3"/>
          </a:solidFill>
        </p:spPr>
        <p:txBody>
          <a:bodyPr lIns="91440" tIns="0" rIns="91440" bIns="0" anchor="t" anchorCtr="0">
            <a:noAutofit/>
          </a:bodyPr>
          <a:lstStyle>
            <a:lvl1pPr marL="0" indent="0" algn="ctr">
              <a:lnSpc>
                <a:spcPct val="80000"/>
              </a:lnSpc>
              <a:spcBef>
                <a:spcPts val="0"/>
              </a:spcBef>
              <a:buNone/>
              <a:defRPr sz="900"/>
            </a:lvl1pPr>
          </a:lstStyle>
          <a:p>
            <a:pPr lvl="0"/>
            <a:r>
              <a:rPr lang="en-US" dirty="0"/>
              <a:t>Picture</a:t>
            </a:r>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hasCustomPrompt="1"/>
          </p:nvPr>
        </p:nvSpPr>
        <p:spPr>
          <a:xfrm>
            <a:off x="713232" y="2885439"/>
            <a:ext cx="3328416" cy="3563861"/>
          </a:xfrm>
          <a:custGeom>
            <a:avLst/>
            <a:gdLst>
              <a:gd name="connsiteX0" fmla="*/ 0 w 3328416"/>
              <a:gd name="connsiteY0" fmla="*/ 0 h 3557016"/>
              <a:gd name="connsiteX1" fmla="*/ 3328416 w 3328416"/>
              <a:gd name="connsiteY1" fmla="*/ 0 h 3557016"/>
              <a:gd name="connsiteX2" fmla="*/ 3328416 w 3328416"/>
              <a:gd name="connsiteY2" fmla="*/ 3557016 h 3557016"/>
              <a:gd name="connsiteX3" fmla="*/ 0 w 3328416"/>
              <a:gd name="connsiteY3" fmla="*/ 3557016 h 3557016"/>
              <a:gd name="connsiteX4" fmla="*/ 0 w 3328416"/>
              <a:gd name="connsiteY4" fmla="*/ 0 h 3557016"/>
              <a:gd name="connsiteX0" fmla="*/ 0 w 3328416"/>
              <a:gd name="connsiteY0" fmla="*/ 6845 h 3563861"/>
              <a:gd name="connsiteX1" fmla="*/ 1191768 w 3328416"/>
              <a:gd name="connsiteY1" fmla="*/ 0 h 3563861"/>
              <a:gd name="connsiteX2" fmla="*/ 3328416 w 3328416"/>
              <a:gd name="connsiteY2" fmla="*/ 6845 h 3563861"/>
              <a:gd name="connsiteX3" fmla="*/ 3328416 w 3328416"/>
              <a:gd name="connsiteY3" fmla="*/ 3563861 h 3563861"/>
              <a:gd name="connsiteX4" fmla="*/ 0 w 3328416"/>
              <a:gd name="connsiteY4" fmla="*/ 3563861 h 3563861"/>
              <a:gd name="connsiteX5" fmla="*/ 0 w 3328416"/>
              <a:gd name="connsiteY5" fmla="*/ 6845 h 3563861"/>
              <a:gd name="connsiteX0" fmla="*/ 0 w 3328416"/>
              <a:gd name="connsiteY0" fmla="*/ 6845 h 3563861"/>
              <a:gd name="connsiteX1" fmla="*/ 1191768 w 3328416"/>
              <a:gd name="connsiteY1" fmla="*/ 0 h 3563861"/>
              <a:gd name="connsiteX2" fmla="*/ 2126488 w 3328416"/>
              <a:gd name="connsiteY2" fmla="*/ 1 h 3563861"/>
              <a:gd name="connsiteX3" fmla="*/ 3328416 w 3328416"/>
              <a:gd name="connsiteY3" fmla="*/ 6845 h 3563861"/>
              <a:gd name="connsiteX4" fmla="*/ 3328416 w 3328416"/>
              <a:gd name="connsiteY4" fmla="*/ 3563861 h 3563861"/>
              <a:gd name="connsiteX5" fmla="*/ 0 w 3328416"/>
              <a:gd name="connsiteY5" fmla="*/ 3563861 h 3563861"/>
              <a:gd name="connsiteX6" fmla="*/ 0 w 3328416"/>
              <a:gd name="connsiteY6" fmla="*/ 6845 h 3563861"/>
              <a:gd name="connsiteX0" fmla="*/ 0 w 3328416"/>
              <a:gd name="connsiteY0" fmla="*/ 6845 h 3563861"/>
              <a:gd name="connsiteX1" fmla="*/ 1191768 w 3328416"/>
              <a:gd name="connsiteY1" fmla="*/ 0 h 3563861"/>
              <a:gd name="connsiteX2" fmla="*/ 2126488 w 3328416"/>
              <a:gd name="connsiteY2" fmla="*/ 1 h 3563861"/>
              <a:gd name="connsiteX3" fmla="*/ 3328416 w 3328416"/>
              <a:gd name="connsiteY3" fmla="*/ 6845 h 3563861"/>
              <a:gd name="connsiteX4" fmla="*/ 3328416 w 3328416"/>
              <a:gd name="connsiteY4" fmla="*/ 3563861 h 3563861"/>
              <a:gd name="connsiteX5" fmla="*/ 0 w 3328416"/>
              <a:gd name="connsiteY5" fmla="*/ 3563861 h 3563861"/>
              <a:gd name="connsiteX6" fmla="*/ 0 w 3328416"/>
              <a:gd name="connsiteY6" fmla="*/ 6845 h 3563861"/>
              <a:gd name="connsiteX0" fmla="*/ 0 w 3328416"/>
              <a:gd name="connsiteY0" fmla="*/ 6845 h 3563861"/>
              <a:gd name="connsiteX1" fmla="*/ 1191768 w 3328416"/>
              <a:gd name="connsiteY1" fmla="*/ 0 h 3563861"/>
              <a:gd name="connsiteX2" fmla="*/ 2126488 w 3328416"/>
              <a:gd name="connsiteY2" fmla="*/ 1 h 3563861"/>
              <a:gd name="connsiteX3" fmla="*/ 3328416 w 3328416"/>
              <a:gd name="connsiteY3" fmla="*/ 6845 h 3563861"/>
              <a:gd name="connsiteX4" fmla="*/ 3328416 w 3328416"/>
              <a:gd name="connsiteY4" fmla="*/ 3563861 h 3563861"/>
              <a:gd name="connsiteX5" fmla="*/ 0 w 3328416"/>
              <a:gd name="connsiteY5" fmla="*/ 3563861 h 3563861"/>
              <a:gd name="connsiteX6" fmla="*/ 0 w 3328416"/>
              <a:gd name="connsiteY6" fmla="*/ 6845 h 3563861"/>
              <a:gd name="connsiteX0" fmla="*/ 0 w 3328416"/>
              <a:gd name="connsiteY0" fmla="*/ 6845 h 3563861"/>
              <a:gd name="connsiteX1" fmla="*/ 1191768 w 3328416"/>
              <a:gd name="connsiteY1" fmla="*/ 0 h 3563861"/>
              <a:gd name="connsiteX2" fmla="*/ 1679448 w 3328416"/>
              <a:gd name="connsiteY2" fmla="*/ 452121 h 3563861"/>
              <a:gd name="connsiteX3" fmla="*/ 2126488 w 3328416"/>
              <a:gd name="connsiteY3" fmla="*/ 1 h 3563861"/>
              <a:gd name="connsiteX4" fmla="*/ 3328416 w 3328416"/>
              <a:gd name="connsiteY4" fmla="*/ 6845 h 3563861"/>
              <a:gd name="connsiteX5" fmla="*/ 3328416 w 3328416"/>
              <a:gd name="connsiteY5" fmla="*/ 3563861 h 3563861"/>
              <a:gd name="connsiteX6" fmla="*/ 0 w 3328416"/>
              <a:gd name="connsiteY6" fmla="*/ 3563861 h 3563861"/>
              <a:gd name="connsiteX7" fmla="*/ 0 w 3328416"/>
              <a:gd name="connsiteY7" fmla="*/ 6845 h 3563861"/>
              <a:gd name="connsiteX0" fmla="*/ 0 w 3328416"/>
              <a:gd name="connsiteY0" fmla="*/ 6845 h 3563861"/>
              <a:gd name="connsiteX1" fmla="*/ 1191768 w 3328416"/>
              <a:gd name="connsiteY1" fmla="*/ 0 h 3563861"/>
              <a:gd name="connsiteX2" fmla="*/ 1679448 w 3328416"/>
              <a:gd name="connsiteY2" fmla="*/ 452121 h 3563861"/>
              <a:gd name="connsiteX3" fmla="*/ 2126488 w 3328416"/>
              <a:gd name="connsiteY3" fmla="*/ 1 h 3563861"/>
              <a:gd name="connsiteX4" fmla="*/ 3328416 w 3328416"/>
              <a:gd name="connsiteY4" fmla="*/ 6845 h 3563861"/>
              <a:gd name="connsiteX5" fmla="*/ 3328416 w 3328416"/>
              <a:gd name="connsiteY5" fmla="*/ 3563861 h 3563861"/>
              <a:gd name="connsiteX6" fmla="*/ 0 w 3328416"/>
              <a:gd name="connsiteY6" fmla="*/ 3563861 h 3563861"/>
              <a:gd name="connsiteX7" fmla="*/ 0 w 3328416"/>
              <a:gd name="connsiteY7" fmla="*/ 6845 h 3563861"/>
              <a:gd name="connsiteX0" fmla="*/ 0 w 3328416"/>
              <a:gd name="connsiteY0" fmla="*/ 6845 h 3563861"/>
              <a:gd name="connsiteX1" fmla="*/ 1191768 w 3328416"/>
              <a:gd name="connsiteY1" fmla="*/ 0 h 3563861"/>
              <a:gd name="connsiteX2" fmla="*/ 1679448 w 3328416"/>
              <a:gd name="connsiteY2" fmla="*/ 452121 h 3563861"/>
              <a:gd name="connsiteX3" fmla="*/ 2126488 w 3328416"/>
              <a:gd name="connsiteY3" fmla="*/ 1 h 3563861"/>
              <a:gd name="connsiteX4" fmla="*/ 3328416 w 3328416"/>
              <a:gd name="connsiteY4" fmla="*/ 6845 h 3563861"/>
              <a:gd name="connsiteX5" fmla="*/ 3328416 w 3328416"/>
              <a:gd name="connsiteY5" fmla="*/ 3563861 h 3563861"/>
              <a:gd name="connsiteX6" fmla="*/ 0 w 3328416"/>
              <a:gd name="connsiteY6" fmla="*/ 3563861 h 3563861"/>
              <a:gd name="connsiteX7" fmla="*/ 0 w 3328416"/>
              <a:gd name="connsiteY7" fmla="*/ 6845 h 3563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8416" h="3563861">
                <a:moveTo>
                  <a:pt x="0" y="6845"/>
                </a:moveTo>
                <a:lnTo>
                  <a:pt x="1191768" y="0"/>
                </a:lnTo>
                <a:cubicBezTo>
                  <a:pt x="1278636" y="383458"/>
                  <a:pt x="1523661" y="452121"/>
                  <a:pt x="1679448" y="452121"/>
                </a:cubicBezTo>
                <a:cubicBezTo>
                  <a:pt x="1835235" y="452121"/>
                  <a:pt x="2146300" y="265349"/>
                  <a:pt x="2126488" y="1"/>
                </a:cubicBezTo>
                <a:lnTo>
                  <a:pt x="3328416" y="6845"/>
                </a:lnTo>
                <a:lnTo>
                  <a:pt x="3328416" y="3563861"/>
                </a:lnTo>
                <a:lnTo>
                  <a:pt x="0" y="3563861"/>
                </a:lnTo>
                <a:lnTo>
                  <a:pt x="0" y="6845"/>
                </a:lnTo>
                <a:close/>
              </a:path>
            </a:pathLst>
          </a:custGeo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hasCustomPrompt="1"/>
          </p:nvPr>
        </p:nvSpPr>
        <p:spPr>
          <a:xfrm>
            <a:off x="992124" y="4099293"/>
            <a:ext cx="2770632" cy="2206752"/>
          </a:xfrm>
          <a:noFill/>
        </p:spPr>
        <p:txBody>
          <a:bodyPr lIns="91440" rIns="91440" anchor="t">
            <a:normAutofit/>
          </a:bodyPr>
          <a:lstStyle>
            <a:lvl1pPr marL="347472" indent="-347472" algn="l">
              <a:spcBef>
                <a:spcPts val="360"/>
              </a:spcBef>
              <a:buFont typeface="Arial" panose="020B0604020202020204" pitchFamily="34" charset="0"/>
              <a:buChar char="•"/>
              <a:defRPr sz="1500"/>
            </a:lvl1pPr>
          </a:lstStyle>
          <a:p>
            <a:pPr lvl="0"/>
            <a:r>
              <a:rPr lang="en-US" dirty="0"/>
              <a:t>Click to add text</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hasCustomPrompt="1"/>
          </p:nvPr>
        </p:nvSpPr>
        <p:spPr>
          <a:xfrm>
            <a:off x="5641848" y="2407653"/>
            <a:ext cx="932688" cy="932688"/>
          </a:xfrm>
          <a:prstGeom prst="ellipse">
            <a:avLst/>
          </a:prstGeom>
          <a:solidFill>
            <a:schemeClr val="accent1"/>
          </a:solidFill>
        </p:spPr>
        <p:txBody>
          <a:bodyPr lIns="91440" tIns="0" rIns="91440" bIns="0" anchor="t" anchorCtr="0">
            <a:noAutofit/>
          </a:bodyPr>
          <a:lstStyle>
            <a:lvl1pPr marL="0" indent="0" algn="ctr">
              <a:lnSpc>
                <a:spcPct val="80000"/>
              </a:lnSpc>
              <a:spcBef>
                <a:spcPts val="0"/>
              </a:spcBef>
              <a:buNone/>
              <a:defRPr sz="900"/>
            </a:lvl1pPr>
          </a:lstStyle>
          <a:p>
            <a:pPr lvl="0"/>
            <a:r>
              <a:rPr lang="en-US" dirty="0"/>
              <a:t>Picture</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hasCustomPrompt="1"/>
          </p:nvPr>
        </p:nvSpPr>
        <p:spPr>
          <a:xfrm>
            <a:off x="4443984" y="2890519"/>
            <a:ext cx="3328416" cy="3558781"/>
          </a:xfrm>
          <a:custGeom>
            <a:avLst/>
            <a:gdLst>
              <a:gd name="connsiteX0" fmla="*/ 0 w 3328416"/>
              <a:gd name="connsiteY0" fmla="*/ 0 h 3557016"/>
              <a:gd name="connsiteX1" fmla="*/ 3328416 w 3328416"/>
              <a:gd name="connsiteY1" fmla="*/ 0 h 3557016"/>
              <a:gd name="connsiteX2" fmla="*/ 3328416 w 3328416"/>
              <a:gd name="connsiteY2" fmla="*/ 3557016 h 3557016"/>
              <a:gd name="connsiteX3" fmla="*/ 0 w 3328416"/>
              <a:gd name="connsiteY3" fmla="*/ 3557016 h 3557016"/>
              <a:gd name="connsiteX4" fmla="*/ 0 w 3328416"/>
              <a:gd name="connsiteY4" fmla="*/ 0 h 3557016"/>
              <a:gd name="connsiteX0" fmla="*/ 0 w 3328416"/>
              <a:gd name="connsiteY0" fmla="*/ 1765 h 3558781"/>
              <a:gd name="connsiteX1" fmla="*/ 1189736 w 3328416"/>
              <a:gd name="connsiteY1" fmla="*/ 0 h 3558781"/>
              <a:gd name="connsiteX2" fmla="*/ 3328416 w 3328416"/>
              <a:gd name="connsiteY2" fmla="*/ 1765 h 3558781"/>
              <a:gd name="connsiteX3" fmla="*/ 3328416 w 3328416"/>
              <a:gd name="connsiteY3" fmla="*/ 3558781 h 3558781"/>
              <a:gd name="connsiteX4" fmla="*/ 0 w 3328416"/>
              <a:gd name="connsiteY4" fmla="*/ 3558781 h 3558781"/>
              <a:gd name="connsiteX5" fmla="*/ 0 w 3328416"/>
              <a:gd name="connsiteY5" fmla="*/ 1765 h 3558781"/>
              <a:gd name="connsiteX0" fmla="*/ 0 w 3328416"/>
              <a:gd name="connsiteY0" fmla="*/ 1765 h 3558781"/>
              <a:gd name="connsiteX1" fmla="*/ 1189736 w 3328416"/>
              <a:gd name="connsiteY1" fmla="*/ 0 h 3558781"/>
              <a:gd name="connsiteX2" fmla="*/ 2134616 w 3328416"/>
              <a:gd name="connsiteY2" fmla="*/ 1 h 3558781"/>
              <a:gd name="connsiteX3" fmla="*/ 3328416 w 3328416"/>
              <a:gd name="connsiteY3" fmla="*/ 1765 h 3558781"/>
              <a:gd name="connsiteX4" fmla="*/ 3328416 w 3328416"/>
              <a:gd name="connsiteY4" fmla="*/ 3558781 h 3558781"/>
              <a:gd name="connsiteX5" fmla="*/ 0 w 3328416"/>
              <a:gd name="connsiteY5" fmla="*/ 3558781 h 3558781"/>
              <a:gd name="connsiteX6" fmla="*/ 0 w 3328416"/>
              <a:gd name="connsiteY6" fmla="*/ 1765 h 3558781"/>
              <a:gd name="connsiteX0" fmla="*/ 0 w 3328416"/>
              <a:gd name="connsiteY0" fmla="*/ 1765 h 3558781"/>
              <a:gd name="connsiteX1" fmla="*/ 1189736 w 3328416"/>
              <a:gd name="connsiteY1" fmla="*/ 0 h 3558781"/>
              <a:gd name="connsiteX2" fmla="*/ 1672336 w 3328416"/>
              <a:gd name="connsiteY2" fmla="*/ 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8416" h="3558781">
                <a:moveTo>
                  <a:pt x="0" y="1765"/>
                </a:moveTo>
                <a:lnTo>
                  <a:pt x="1189736" y="0"/>
                </a:lnTo>
                <a:cubicBezTo>
                  <a:pt x="1213443" y="191770"/>
                  <a:pt x="1332399" y="417831"/>
                  <a:pt x="1672336" y="461011"/>
                </a:cubicBezTo>
                <a:cubicBezTo>
                  <a:pt x="2024549" y="425451"/>
                  <a:pt x="2136733" y="127001"/>
                  <a:pt x="2134616" y="1"/>
                </a:cubicBezTo>
                <a:lnTo>
                  <a:pt x="3328416" y="1765"/>
                </a:lnTo>
                <a:lnTo>
                  <a:pt x="3328416" y="3558781"/>
                </a:lnTo>
                <a:lnTo>
                  <a:pt x="0" y="3558781"/>
                </a:lnTo>
                <a:lnTo>
                  <a:pt x="0" y="1765"/>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hasCustomPrompt="1"/>
          </p:nvPr>
        </p:nvSpPr>
        <p:spPr>
          <a:xfrm>
            <a:off x="4722876" y="4099293"/>
            <a:ext cx="2770632" cy="2206752"/>
          </a:xfrm>
          <a:noFill/>
        </p:spPr>
        <p:txBody>
          <a:bodyPr lIns="91440" rIns="91440" anchor="t">
            <a:normAutofit/>
          </a:bodyPr>
          <a:lstStyle>
            <a:lvl1pPr marL="347472" indent="-347472" algn="l">
              <a:spcBef>
                <a:spcPts val="360"/>
              </a:spcBef>
              <a:buFont typeface="Arial" panose="020B0604020202020204" pitchFamily="34" charset="0"/>
              <a:buChar char="•"/>
              <a:defRPr sz="1500"/>
            </a:lvl1pPr>
          </a:lstStyle>
          <a:p>
            <a:pPr lvl="0"/>
            <a:r>
              <a:rPr lang="en-US" dirty="0"/>
              <a:t>Click to add text</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hasCustomPrompt="1"/>
          </p:nvPr>
        </p:nvSpPr>
        <p:spPr>
          <a:xfrm>
            <a:off x="9290304" y="2407653"/>
            <a:ext cx="932688" cy="932688"/>
          </a:xfrm>
          <a:prstGeom prst="ellipse">
            <a:avLst/>
          </a:prstGeom>
          <a:solidFill>
            <a:schemeClr val="accent4"/>
          </a:solidFill>
        </p:spPr>
        <p:txBody>
          <a:bodyPr lIns="91440" tIns="0" rIns="91440" bIns="0" anchor="t" anchorCtr="0">
            <a:noAutofit/>
          </a:bodyPr>
          <a:lstStyle>
            <a:lvl1pPr marL="0" indent="0" algn="ctr">
              <a:lnSpc>
                <a:spcPct val="80000"/>
              </a:lnSpc>
              <a:spcBef>
                <a:spcPts val="0"/>
              </a:spcBef>
              <a:buNone/>
              <a:defRPr sz="900"/>
            </a:lvl1pPr>
          </a:lstStyle>
          <a:p>
            <a:pPr lvl="0"/>
            <a:r>
              <a:rPr lang="en-US" dirty="0"/>
              <a:t>Picture</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hasCustomPrompt="1"/>
          </p:nvPr>
        </p:nvSpPr>
        <p:spPr>
          <a:xfrm>
            <a:off x="8092440" y="2891789"/>
            <a:ext cx="3328416" cy="3557511"/>
          </a:xfrm>
          <a:custGeom>
            <a:avLst/>
            <a:gdLst>
              <a:gd name="connsiteX0" fmla="*/ 0 w 3328416"/>
              <a:gd name="connsiteY0" fmla="*/ 0 h 3557016"/>
              <a:gd name="connsiteX1" fmla="*/ 3328416 w 3328416"/>
              <a:gd name="connsiteY1" fmla="*/ 0 h 3557016"/>
              <a:gd name="connsiteX2" fmla="*/ 3328416 w 3328416"/>
              <a:gd name="connsiteY2" fmla="*/ 3557016 h 3557016"/>
              <a:gd name="connsiteX3" fmla="*/ 0 w 3328416"/>
              <a:gd name="connsiteY3" fmla="*/ 3557016 h 3557016"/>
              <a:gd name="connsiteX4" fmla="*/ 0 w 3328416"/>
              <a:gd name="connsiteY4" fmla="*/ 0 h 3557016"/>
              <a:gd name="connsiteX0" fmla="*/ 0 w 3328416"/>
              <a:gd name="connsiteY0" fmla="*/ 495 h 3557511"/>
              <a:gd name="connsiteX1" fmla="*/ 1184910 w 3328416"/>
              <a:gd name="connsiteY1" fmla="*/ 0 h 3557511"/>
              <a:gd name="connsiteX2" fmla="*/ 3328416 w 3328416"/>
              <a:gd name="connsiteY2" fmla="*/ 495 h 3557511"/>
              <a:gd name="connsiteX3" fmla="*/ 3328416 w 3328416"/>
              <a:gd name="connsiteY3" fmla="*/ 3557511 h 3557511"/>
              <a:gd name="connsiteX4" fmla="*/ 0 w 3328416"/>
              <a:gd name="connsiteY4" fmla="*/ 3557511 h 3557511"/>
              <a:gd name="connsiteX5" fmla="*/ 0 w 3328416"/>
              <a:gd name="connsiteY5" fmla="*/ 495 h 3557511"/>
              <a:gd name="connsiteX0" fmla="*/ 0 w 3328416"/>
              <a:gd name="connsiteY0" fmla="*/ 495 h 3557511"/>
              <a:gd name="connsiteX1" fmla="*/ 1184910 w 3328416"/>
              <a:gd name="connsiteY1" fmla="*/ 0 h 3557511"/>
              <a:gd name="connsiteX2" fmla="*/ 2133600 w 3328416"/>
              <a:gd name="connsiteY2" fmla="*/ 1 h 3557511"/>
              <a:gd name="connsiteX3" fmla="*/ 3328416 w 3328416"/>
              <a:gd name="connsiteY3" fmla="*/ 495 h 3557511"/>
              <a:gd name="connsiteX4" fmla="*/ 3328416 w 3328416"/>
              <a:gd name="connsiteY4" fmla="*/ 3557511 h 3557511"/>
              <a:gd name="connsiteX5" fmla="*/ 0 w 3328416"/>
              <a:gd name="connsiteY5" fmla="*/ 3557511 h 3557511"/>
              <a:gd name="connsiteX6" fmla="*/ 0 w 3328416"/>
              <a:gd name="connsiteY6" fmla="*/ 495 h 3557511"/>
              <a:gd name="connsiteX0" fmla="*/ 0 w 3328416"/>
              <a:gd name="connsiteY0" fmla="*/ 495 h 3557511"/>
              <a:gd name="connsiteX1" fmla="*/ 1184910 w 3328416"/>
              <a:gd name="connsiteY1" fmla="*/ 0 h 3557511"/>
              <a:gd name="connsiteX2" fmla="*/ 1642110 w 3328416"/>
              <a:gd name="connsiteY2" fmla="*/ 47625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8416" h="3557511">
                <a:moveTo>
                  <a:pt x="0" y="495"/>
                </a:moveTo>
                <a:lnTo>
                  <a:pt x="1184910" y="0"/>
                </a:lnTo>
                <a:cubicBezTo>
                  <a:pt x="1215390" y="266700"/>
                  <a:pt x="1375410" y="415291"/>
                  <a:pt x="1672590" y="457201"/>
                </a:cubicBezTo>
                <a:cubicBezTo>
                  <a:pt x="2032000" y="411481"/>
                  <a:pt x="2098040" y="179071"/>
                  <a:pt x="2133600" y="1"/>
                </a:cubicBezTo>
                <a:lnTo>
                  <a:pt x="3328416" y="495"/>
                </a:lnTo>
                <a:lnTo>
                  <a:pt x="3328416" y="3557511"/>
                </a:lnTo>
                <a:lnTo>
                  <a:pt x="0" y="3557511"/>
                </a:lnTo>
                <a:lnTo>
                  <a:pt x="0" y="495"/>
                </a:lnTo>
                <a:close/>
              </a:path>
            </a:pathLst>
          </a:custGeo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hasCustomPrompt="1"/>
          </p:nvPr>
        </p:nvSpPr>
        <p:spPr>
          <a:xfrm>
            <a:off x="8371332" y="4099293"/>
            <a:ext cx="2770632" cy="2206752"/>
          </a:xfrm>
          <a:noFill/>
        </p:spPr>
        <p:txBody>
          <a:bodyPr lIns="91440" rIns="91440" anchor="t">
            <a:normAutofit/>
          </a:bodyPr>
          <a:lstStyle>
            <a:lvl1pPr marL="347472" indent="-347472" algn="l">
              <a:spcBef>
                <a:spcPts val="360"/>
              </a:spcBef>
              <a:buFont typeface="Arial" panose="020B0604020202020204" pitchFamily="34" charset="0"/>
              <a:buChar char="•"/>
              <a:defRPr sz="1500"/>
            </a:lvl1pPr>
          </a:lstStyle>
          <a:p>
            <a:pPr lvl="0"/>
            <a:r>
              <a:rPr lang="en-US" dirty="0"/>
              <a:t>Click to add text</a:t>
            </a:r>
          </a:p>
        </p:txBody>
      </p:sp>
      <p:sp>
        <p:nvSpPr>
          <p:cNvPr id="3" name="Oval 2">
            <a:extLst>
              <a:ext uri="{FF2B5EF4-FFF2-40B4-BE49-F238E27FC236}">
                <a16:creationId xmlns:a16="http://schemas.microsoft.com/office/drawing/2014/main" id="{44CA3ED5-BEA8-79A4-A782-B2CDF23DA49B}"/>
              </a:ext>
            </a:extLst>
          </p:cNvPr>
          <p:cNvSpPr>
            <a:spLocks noChangeAspect="1"/>
          </p:cNvSpPr>
          <p:nvPr userDrawn="1"/>
        </p:nvSpPr>
        <p:spPr>
          <a:xfrm>
            <a:off x="1911096" y="2409684"/>
            <a:ext cx="932688" cy="932688"/>
          </a:xfrm>
          <a:prstGeom prst="ellipse">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578A295-1123-7741-FF14-7A34BF88FADA}"/>
              </a:ext>
            </a:extLst>
          </p:cNvPr>
          <p:cNvSpPr>
            <a:spLocks noChangeAspect="1"/>
          </p:cNvSpPr>
          <p:nvPr userDrawn="1"/>
        </p:nvSpPr>
        <p:spPr>
          <a:xfrm>
            <a:off x="5642356" y="2407653"/>
            <a:ext cx="932688" cy="932688"/>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8CFDE8A-AB48-8603-AAE2-E2C68488105C}"/>
              </a:ext>
            </a:extLst>
          </p:cNvPr>
          <p:cNvSpPr>
            <a:spLocks noChangeAspect="1"/>
          </p:cNvSpPr>
          <p:nvPr userDrawn="1"/>
        </p:nvSpPr>
        <p:spPr>
          <a:xfrm>
            <a:off x="9289796" y="2412733"/>
            <a:ext cx="932688" cy="932688"/>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a:extLst>
              <a:ext uri="{FF2B5EF4-FFF2-40B4-BE49-F238E27FC236}">
                <a16:creationId xmlns:a16="http://schemas.microsoft.com/office/drawing/2014/main" id="{ABC388A2-FFC7-1A87-02FB-C97B50161FD3}"/>
              </a:ext>
              <a:ext uri="{C183D7F6-B498-43B3-948B-1728B52AA6E4}">
                <adec:decorative xmlns:adec="http://schemas.microsoft.com/office/drawing/2017/decorative" val="1"/>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a:extLst>
              <a:ext uri="{FF2B5EF4-FFF2-40B4-BE49-F238E27FC236}">
                <a16:creationId xmlns:a16="http://schemas.microsoft.com/office/drawing/2014/main" id="{D64C4994-B525-F4C0-B74F-D5E8296DFC43}"/>
              </a:ext>
              <a:ext uri="{C183D7F6-B498-43B3-948B-1728B52AA6E4}">
                <adec:decorative xmlns:adec="http://schemas.microsoft.com/office/drawing/2017/decorative" val="1"/>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a:extLst>
              <a:ext uri="{FF2B5EF4-FFF2-40B4-BE49-F238E27FC236}">
                <a16:creationId xmlns:a16="http://schemas.microsoft.com/office/drawing/2014/main" id="{FEA70E9F-C506-413C-11EF-5915A2296643}"/>
              </a:ext>
              <a:ext uri="{C183D7F6-B498-43B3-948B-1728B52AA6E4}">
                <adec:decorative xmlns:adec="http://schemas.microsoft.com/office/drawing/2017/decorative" val="1"/>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a:extLst>
              <a:ext uri="{FF2B5EF4-FFF2-40B4-BE49-F238E27FC236}">
                <a16:creationId xmlns:a16="http://schemas.microsoft.com/office/drawing/2014/main" id="{F19C81EC-0322-58A2-C455-6E2C84D1E6E8}"/>
              </a:ext>
              <a:ext uri="{C183D7F6-B498-43B3-948B-1728B52AA6E4}">
                <adec:decorative xmlns:adec="http://schemas.microsoft.com/office/drawing/2017/decorative" val="1"/>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hasCustomPrompt="1"/>
          </p:nvPr>
        </p:nvSpPr>
        <p:spPr>
          <a:xfrm>
            <a:off x="1508760" y="831101"/>
            <a:ext cx="6527800" cy="2628053"/>
          </a:xfrm>
        </p:spPr>
        <p:txBody>
          <a:bodyPr>
            <a:noAutofit/>
          </a:bodyPr>
          <a:lstStyle>
            <a:lvl1pPr algn="l">
              <a:lnSpc>
                <a:spcPct val="100000"/>
              </a:lnSpc>
              <a:defRPr b="1"/>
            </a:lvl1pPr>
          </a:lstStyle>
          <a:p>
            <a:r>
              <a:rPr lang="en-US" dirty="0"/>
              <a:t>Click to add title</a:t>
            </a:r>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lvl1pPr>
              <a:defRPr>
                <a:latin typeface="+mn-lt"/>
              </a:defRPr>
            </a:lvl1pPr>
          </a:lstStyle>
          <a:p>
            <a:r>
              <a:rPr lang="en-US"/>
              <a:t>Presentation title</a:t>
            </a:r>
            <a:endParaRPr lang="en-US" dirty="0"/>
          </a:p>
        </p:txBody>
      </p:sp>
      <p:sp>
        <p:nvSpPr>
          <p:cNvPr id="6" name="Slide Number Placeholder 5"/>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3" name="Content Placeholder 2"/>
          <p:cNvSpPr>
            <a:spLocks noGrp="1"/>
          </p:cNvSpPr>
          <p:nvPr>
            <p:ph idx="1" hasCustomPrompt="1"/>
          </p:nvPr>
        </p:nvSpPr>
        <p:spPr>
          <a:xfrm>
            <a:off x="1508760" y="3556431"/>
            <a:ext cx="6527800" cy="1893217"/>
          </a:xfrm>
        </p:spPr>
        <p:txBody>
          <a:bodyPr>
            <a:normAutofit/>
          </a:bodyPr>
          <a:lstStyle>
            <a:lvl1pPr marL="0" indent="0">
              <a:buNone/>
              <a:defRPr sz="1500"/>
            </a:lvl1pPr>
            <a:lvl2pPr>
              <a:defRPr sz="1500"/>
            </a:lvl2pPr>
            <a:lvl3pPr>
              <a:defRPr sz="1500"/>
            </a:lvl3pPr>
            <a:lvl4pPr>
              <a:defRPr sz="1500"/>
            </a:lvl4pPr>
            <a:lvl5pPr>
              <a:defRPr sz="15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hasCustomPrompt="1"/>
          </p:nvPr>
        </p:nvSpPr>
        <p:spPr>
          <a:xfrm>
            <a:off x="1527048" y="327989"/>
            <a:ext cx="4550664" cy="2453773"/>
          </a:xfrm>
        </p:spPr>
        <p:txBody>
          <a:bodyPr tIns="0" anchor="b" anchorCtr="0">
            <a:noAutofit/>
          </a:bodyPr>
          <a:lstStyle>
            <a:lvl1pPr algn="l">
              <a:defRPr sz="4400"/>
            </a:lvl1pPr>
          </a:lstStyle>
          <a:p>
            <a:r>
              <a:rPr lang="en-US" dirty="0"/>
              <a:t>Click to add title</a:t>
            </a:r>
          </a:p>
        </p:txBody>
      </p:sp>
      <p:sp>
        <p:nvSpPr>
          <p:cNvPr id="3" name="Subtitle 2"/>
          <p:cNvSpPr>
            <a:spLocks noGrp="1"/>
          </p:cNvSpPr>
          <p:nvPr>
            <p:ph type="subTitle" idx="1" hasCustomPrompt="1"/>
          </p:nvPr>
        </p:nvSpPr>
        <p:spPr>
          <a:xfrm>
            <a:off x="1545336" y="2846832"/>
            <a:ext cx="4550664" cy="2314448"/>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a:extLst>
              <a:ext uri="{FF2B5EF4-FFF2-40B4-BE49-F238E27FC236}">
                <a16:creationId xmlns:a16="http://schemas.microsoft.com/office/drawing/2014/main" id="{8D5D10FF-3DE5-39CA-FA9A-29A09DC47BF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a:extLst>
              <a:ext uri="{FF2B5EF4-FFF2-40B4-BE49-F238E27FC236}">
                <a16:creationId xmlns:a16="http://schemas.microsoft.com/office/drawing/2014/main" id="{BFA89E6A-8342-AE30-45E0-BC1DFE3276C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 uri="{C183D7F6-B498-43B3-948B-1728B52AA6E4}">
                <adec:decorative xmlns:adec="http://schemas.microsoft.com/office/drawing/2017/decorative" val="1"/>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a:extLst>
              <a:ext uri="{FF2B5EF4-FFF2-40B4-BE49-F238E27FC236}">
                <a16:creationId xmlns:a16="http://schemas.microsoft.com/office/drawing/2014/main" id="{D9D7EB49-4BC9-040F-C4CC-5771C5FB312B}"/>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a:extLst>
              <a:ext uri="{FF2B5EF4-FFF2-40B4-BE49-F238E27FC236}">
                <a16:creationId xmlns:a16="http://schemas.microsoft.com/office/drawing/2014/main" id="{3CE04498-C285-EFB8-340C-1A064078152B}"/>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8" name="Title 19">
            <a:extLst>
              <a:ext uri="{FF2B5EF4-FFF2-40B4-BE49-F238E27FC236}">
                <a16:creationId xmlns:a16="http://schemas.microsoft.com/office/drawing/2014/main" id="{9CBE0ADC-7FA0-F7E3-96EF-BBACB6A9076E}"/>
              </a:ext>
            </a:extLst>
          </p:cNvPr>
          <p:cNvSpPr>
            <a:spLocks noGrp="1"/>
          </p:cNvSpPr>
          <p:nvPr>
            <p:ph type="title" hasCustomPrompt="1"/>
          </p:nvPr>
        </p:nvSpPr>
        <p:spPr>
          <a:xfrm>
            <a:off x="3685032" y="755374"/>
            <a:ext cx="7740995" cy="1500145"/>
          </a:xfrm>
        </p:spPr>
        <p:txBody>
          <a:bodyPr>
            <a:noAutofit/>
          </a:bodyPr>
          <a:lstStyle>
            <a:lvl1pPr algn="l">
              <a:lnSpc>
                <a:spcPct val="100000"/>
              </a:lnSpc>
              <a:defRPr/>
            </a:lvl1pPr>
          </a:lstStyle>
          <a:p>
            <a:r>
              <a:rPr lang="en-US" dirty="0"/>
              <a:t>Click to add title</a:t>
            </a:r>
          </a:p>
        </p:txBody>
      </p:sp>
      <p:sp>
        <p:nvSpPr>
          <p:cNvPr id="6" name="Footer Placeholder 5"/>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hasCustomPrompt="1"/>
          </p:nvPr>
        </p:nvSpPr>
        <p:spPr>
          <a:xfrm>
            <a:off x="3685032" y="2305215"/>
            <a:ext cx="3741928" cy="4306380"/>
          </a:xfrm>
        </p:spPr>
        <p:txBody>
          <a:bodyPr lIns="45720" rIns="45720" bIns="45720">
            <a:normAutofit/>
          </a:bodyPr>
          <a:lstStyle>
            <a:lvl1pPr>
              <a:defRPr sz="1500"/>
            </a:lvl1pPr>
            <a:lvl2pPr>
              <a:defRPr sz="13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hasCustomPrompt="1"/>
          </p:nvPr>
        </p:nvSpPr>
        <p:spPr>
          <a:xfrm>
            <a:off x="7684539" y="2305215"/>
            <a:ext cx="3741928" cy="4306380"/>
          </a:xfrm>
        </p:spPr>
        <p:txBody>
          <a:bodyPr lIns="45720" rIns="45720" bIns="45720">
            <a:normAutofit/>
          </a:bodyPr>
          <a:lstStyle>
            <a:lvl1pPr>
              <a:defRPr sz="1500"/>
            </a:lvl1pPr>
            <a:lvl2pPr>
              <a:defRPr sz="13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lstStyle/>
          <a:p>
            <a:r>
              <a:rPr lang="en-US" dirty="0"/>
              <a:t>Click to add title</a:t>
            </a:r>
          </a:p>
        </p:txBody>
      </p:sp>
      <p:sp>
        <p:nvSpPr>
          <p:cNvPr id="4" name="Footer Placeholder 3"/>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70215" y="741458"/>
            <a:ext cx="3932237" cy="1524662"/>
          </a:xfrm>
        </p:spPr>
        <p:txBody>
          <a:bodyPr anchor="b"/>
          <a:lstStyle>
            <a:lvl1pPr>
              <a:lnSpc>
                <a:spcPct val="100000"/>
              </a:lnSpc>
              <a:defRPr sz="3200"/>
            </a:lvl1pPr>
          </a:lstStyle>
          <a:p>
            <a:r>
              <a:rPr lang="en-US" dirty="0"/>
              <a:t>Click to add title</a:t>
            </a:r>
          </a:p>
        </p:txBody>
      </p:sp>
      <p:sp>
        <p:nvSpPr>
          <p:cNvPr id="6" name="Footer Placeholder 5"/>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70215" y="2301902"/>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3"/>
            <a:ext cx="4011087" cy="1480931"/>
          </a:xfrm>
        </p:spPr>
        <p:txBody>
          <a:bodyPr anchor="b"/>
          <a:lstStyle>
            <a:lvl1pPr>
              <a:lnSpc>
                <a:spcPct val="100000"/>
              </a:lnSpc>
              <a:defRPr sz="3200"/>
            </a:lvl1pPr>
          </a:lstStyle>
          <a:p>
            <a:r>
              <a:rPr lang="en-US" dirty="0"/>
              <a:t>Click to add title</a:t>
            </a:r>
          </a:p>
        </p:txBody>
      </p:sp>
      <p:sp>
        <p:nvSpPr>
          <p:cNvPr id="6" name="Footer Placeholder 5"/>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401108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760938" y="457200"/>
            <a:ext cx="3200400" cy="244502"/>
          </a:xfrm>
          <a:prstGeom prst="rect">
            <a:avLst/>
          </a:prstGeom>
        </p:spPr>
        <p:txBody>
          <a:bodyPr vert="horz" lIns="0" tIns="45720" rIns="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a:xfrm>
            <a:off x="3403092" y="69574"/>
            <a:ext cx="5385816" cy="3139970"/>
          </a:xfrm>
        </p:spPr>
        <p:txBody>
          <a:bodyPr/>
          <a:lstStyle/>
          <a:p>
            <a:r>
              <a:rPr lang="en-US" dirty="0"/>
              <a:t>The development of ethical theory</a:t>
            </a:r>
          </a:p>
        </p:txBody>
      </p:sp>
      <p:sp>
        <p:nvSpPr>
          <p:cNvPr id="3" name="Subtitle 2">
            <a:extLst>
              <a:ext uri="{FF2B5EF4-FFF2-40B4-BE49-F238E27FC236}">
                <a16:creationId xmlns:a16="http://schemas.microsoft.com/office/drawing/2014/main" id="{86C1060B-300F-3CE3-E5AA-D8E29791C960}"/>
              </a:ext>
            </a:extLst>
          </p:cNvPr>
          <p:cNvSpPr>
            <a:spLocks noGrp="1"/>
          </p:cNvSpPr>
          <p:nvPr>
            <p:ph type="subTitle" idx="1"/>
          </p:nvPr>
        </p:nvSpPr>
        <p:spPr>
          <a:xfrm>
            <a:off x="4349496" y="3255267"/>
            <a:ext cx="3880104" cy="1644724"/>
          </a:xfrm>
        </p:spPr>
        <p:txBody>
          <a:bodyPr/>
          <a:lstStyle/>
          <a:p>
            <a:r>
              <a:rPr lang="en-US" dirty="0"/>
              <a:t>Presented By: Sindhu Kothari</a:t>
            </a:r>
          </a:p>
          <a:p>
            <a:r>
              <a:rPr lang="en-US" dirty="0"/>
              <a:t>Student ID: BUS-23F-048</a:t>
            </a:r>
          </a:p>
          <a:p>
            <a:r>
              <a:rPr lang="en-US" dirty="0"/>
              <a:t>Section: BBA1-A</a:t>
            </a:r>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a:xfrm>
            <a:off x="1499616" y="89452"/>
            <a:ext cx="5693664" cy="2580596"/>
          </a:xfrm>
        </p:spPr>
        <p:txBody>
          <a:bodyPr/>
          <a:lstStyle/>
          <a:p>
            <a:r>
              <a:rPr lang="en-US" dirty="0"/>
              <a:t>AGENDA</a:t>
            </a: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499616" y="2770632"/>
            <a:ext cx="5693664" cy="3122168"/>
          </a:xfrm>
        </p:spPr>
        <p:txBody>
          <a:bodyPr/>
          <a:lstStyle/>
          <a:p>
            <a:r>
              <a:rPr lang="en-US" dirty="0"/>
              <a:t>Introduction​</a:t>
            </a:r>
          </a:p>
          <a:p>
            <a:r>
              <a:rPr lang="en-US" dirty="0"/>
              <a:t>History</a:t>
            </a:r>
          </a:p>
          <a:p>
            <a:r>
              <a:rPr lang="en-US" dirty="0"/>
              <a:t>Summary</a:t>
            </a:r>
            <a:br>
              <a:rPr lang="en-US" dirty="0"/>
            </a:br>
            <a:r>
              <a:rPr lang="en-US" dirty="0"/>
              <a:t>​Questions​</a:t>
            </a:r>
          </a:p>
          <a:p>
            <a:endParaRPr lang="en-US" dirty="0"/>
          </a:p>
        </p:txBody>
      </p:sp>
    </p:spTree>
    <p:extLst>
      <p:ext uri="{BB962C8B-B14F-4D97-AF65-F5344CB8AC3E}">
        <p14:creationId xmlns:p14="http://schemas.microsoft.com/office/powerpoint/2010/main" val="3855531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3972411" y="-746454"/>
            <a:ext cx="6767512" cy="2811462"/>
          </a:xfrm>
        </p:spPr>
        <p:txBody>
          <a:bodyPr/>
          <a:lstStyle/>
          <a:p>
            <a:r>
              <a:rPr lang="en-US" dirty="0"/>
              <a:t>introduction</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a:xfrm>
            <a:off x="10003536" y="472108"/>
            <a:ext cx="987552" cy="244503"/>
          </a:xfrm>
        </p:spPr>
        <p:txBody>
          <a:bodyPr/>
          <a:lstStyle/>
          <a:p>
            <a:fld id="{48F63A3B-78C7-47BE-AE5E-E10140E04643}" type="slidenum">
              <a:rPr lang="en-US" smtClean="0"/>
              <a:pPr/>
              <a:t>3</a:t>
            </a:fld>
            <a:endParaRPr lang="en-US" dirty="0"/>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944610" y="2065008"/>
            <a:ext cx="7672002" cy="4214494"/>
          </a:xfrm>
        </p:spPr>
        <p:txBody>
          <a:bodyPr>
            <a:noAutofit/>
          </a:bodyPr>
          <a:lstStyle/>
          <a:p>
            <a:r>
              <a:rPr lang="en-US" sz="1800" dirty="0"/>
              <a:t>The development of ethical theory is a complex and ongoing process that has evolved over centuries. Ethical theory, also known as moral philosophy, is the study of what is morally right and wrong, as well as the principles and concepts that guide our moral reasoning and decision-making. Here is an overview of the major stages in the development of ethical theory:</a:t>
            </a:r>
          </a:p>
          <a:p>
            <a:endParaRPr lang="en-US" sz="1800" dirty="0"/>
          </a:p>
          <a:p>
            <a:r>
              <a:rPr lang="en-US" sz="1800" dirty="0"/>
              <a:t>1. 	Ancient Ethics:</a:t>
            </a:r>
          </a:p>
          <a:p>
            <a:pPr marL="342900" indent="-342900">
              <a:buFont typeface="+mj-lt"/>
              <a:buAutoNum type="alphaLcParenR"/>
            </a:pPr>
            <a:r>
              <a:rPr lang="en-US" sz="1800" dirty="0"/>
              <a:t>Virtue Ethics: Virtue ethics, often associated with Aristotle, emphasizes the development of virtuous character traits, such as courage, honesty, and compassion, as the foundation of moral behavior.</a:t>
            </a:r>
          </a:p>
          <a:p>
            <a:pPr marL="342900" indent="-342900">
              <a:buFont typeface="+mj-lt"/>
              <a:buAutoNum type="alphaLcParenR"/>
            </a:pPr>
            <a:r>
              <a:rPr lang="en-US" sz="1800" dirty="0"/>
              <a:t>Deontological Ethics: Deontological ethics, associated with philosophers like Immanuel Kant, focuses on moral duties and principles. Kant's categorical imperative, for instance, emphasizes the importance of acting according to universalizable moral rules.</a:t>
            </a:r>
          </a:p>
        </p:txBody>
      </p:sp>
    </p:spTree>
    <p:extLst>
      <p:ext uri="{BB962C8B-B14F-4D97-AF65-F5344CB8AC3E}">
        <p14:creationId xmlns:p14="http://schemas.microsoft.com/office/powerpoint/2010/main" val="97962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3972411" y="-746454"/>
            <a:ext cx="6767512" cy="2811462"/>
          </a:xfrm>
        </p:spPr>
        <p:txBody>
          <a:bodyPr/>
          <a:lstStyle/>
          <a:p>
            <a:r>
              <a:rPr lang="en-US" dirty="0"/>
              <a:t>introduction</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a:xfrm>
            <a:off x="10003536" y="472108"/>
            <a:ext cx="987552" cy="244503"/>
          </a:xfrm>
        </p:spPr>
        <p:txBody>
          <a:bodyPr/>
          <a:lstStyle/>
          <a:p>
            <a:fld id="{48F63A3B-78C7-47BE-AE5E-E10140E04643}" type="slidenum">
              <a:rPr lang="en-US" smtClean="0"/>
              <a:pPr/>
              <a:t>4</a:t>
            </a:fld>
            <a:endParaRPr lang="en-US" dirty="0"/>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944610" y="2065008"/>
            <a:ext cx="7672002" cy="4214494"/>
          </a:xfrm>
        </p:spPr>
        <p:txBody>
          <a:bodyPr>
            <a:noAutofit/>
          </a:bodyPr>
          <a:lstStyle/>
          <a:p>
            <a:r>
              <a:rPr lang="en-US" sz="1800" dirty="0"/>
              <a:t>2. Consequentialism:</a:t>
            </a:r>
          </a:p>
          <a:p>
            <a:r>
              <a:rPr lang="en-US" sz="1800" dirty="0"/>
              <a:t>Utilitarianism, associated with thinkers like Jeremy Bentham and John Stuart Mill, is a consequentialist ethical theory that asserts that the right action is the one that maximizes overall happiness or minimizes suffering. Consequentialist theories focus on the outcomes of actions.</a:t>
            </a:r>
          </a:p>
          <a:p>
            <a:endParaRPr lang="en-US" sz="1800" dirty="0"/>
          </a:p>
          <a:p>
            <a:endParaRPr lang="en-US" sz="1800" dirty="0"/>
          </a:p>
          <a:p>
            <a:r>
              <a:rPr lang="en-US" sz="1800" dirty="0"/>
              <a:t>3. </a:t>
            </a:r>
            <a:r>
              <a:rPr lang="en-US" sz="1800" dirty="0" err="1"/>
              <a:t>Contractualism</a:t>
            </a:r>
            <a:r>
              <a:rPr lang="en-US" sz="1800" dirty="0"/>
              <a:t>:</a:t>
            </a:r>
          </a:p>
          <a:p>
            <a:r>
              <a:rPr lang="en-US" sz="1800" dirty="0"/>
              <a:t>Social contract theories, such as those proposed by Thomas Hobbes, John Locke, and Jean-Jacques Rousseau, explore the idea that morality is based on a hypothetical social contract that individuals would agree to for mutual benefit.</a:t>
            </a:r>
          </a:p>
        </p:txBody>
      </p:sp>
    </p:spTree>
    <p:extLst>
      <p:ext uri="{BB962C8B-B14F-4D97-AF65-F5344CB8AC3E}">
        <p14:creationId xmlns:p14="http://schemas.microsoft.com/office/powerpoint/2010/main" val="3761414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3972411" y="-746454"/>
            <a:ext cx="6767512" cy="2811462"/>
          </a:xfrm>
        </p:spPr>
        <p:txBody>
          <a:bodyPr/>
          <a:lstStyle/>
          <a:p>
            <a:r>
              <a:rPr lang="en-US" dirty="0"/>
              <a:t>History</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a:xfrm>
            <a:off x="10003536" y="472108"/>
            <a:ext cx="987552" cy="244503"/>
          </a:xfrm>
        </p:spPr>
        <p:txBody>
          <a:bodyPr/>
          <a:lstStyle/>
          <a:p>
            <a:fld id="{48F63A3B-78C7-47BE-AE5E-E10140E04643}" type="slidenum">
              <a:rPr lang="en-US" smtClean="0"/>
              <a:pPr/>
              <a:t>5</a:t>
            </a:fld>
            <a:endParaRPr lang="en-US" dirty="0"/>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944610" y="2074339"/>
            <a:ext cx="7672002" cy="4214494"/>
          </a:xfrm>
        </p:spPr>
        <p:txBody>
          <a:bodyPr>
            <a:noAutofit/>
          </a:bodyPr>
          <a:lstStyle/>
          <a:p>
            <a:r>
              <a:rPr lang="en-US" sz="1800" dirty="0"/>
              <a:t>Contemporary Ethical Theories:</a:t>
            </a:r>
          </a:p>
          <a:p>
            <a:r>
              <a:rPr lang="en-US" sz="1800" dirty="0"/>
              <a:t>Various contemporary ethical theories have emerged, including:</a:t>
            </a:r>
          </a:p>
          <a:p>
            <a:endParaRPr lang="en-US" sz="1800" dirty="0"/>
          </a:p>
          <a:p>
            <a:r>
              <a:rPr lang="en-US" sz="1800" dirty="0"/>
              <a:t>a. Deontological Ethics: Contemporary deontologists like W.D. Ross have refined and extended deontological principles.</a:t>
            </a:r>
          </a:p>
          <a:p>
            <a:r>
              <a:rPr lang="en-US" sz="1800" dirty="0"/>
              <a:t>b. Virtue Ethics: Philosophers like Alasdair </a:t>
            </a:r>
            <a:r>
              <a:rPr lang="en-US" sz="1800" dirty="0" err="1"/>
              <a:t>MacIntyre</a:t>
            </a:r>
            <a:r>
              <a:rPr lang="en-US" sz="1800" dirty="0"/>
              <a:t> and Martha Nussbaum have further developed virtue ethics in the modern context.</a:t>
            </a:r>
          </a:p>
          <a:p>
            <a:r>
              <a:rPr lang="en-US" sz="1800" dirty="0"/>
              <a:t>c. Care Ethics: Care ethics, associated with Carol Gilligan and Nel </a:t>
            </a:r>
            <a:r>
              <a:rPr lang="en-US" sz="1800" dirty="0" err="1"/>
              <a:t>Noddings</a:t>
            </a:r>
            <a:r>
              <a:rPr lang="en-US" sz="1800" dirty="0"/>
              <a:t>, emphasizes the importance of relationships, care, and empathy in moral decision-making.</a:t>
            </a:r>
          </a:p>
          <a:p>
            <a:r>
              <a:rPr lang="en-US" sz="1800" dirty="0"/>
              <a:t>d. Feminist Ethics: Feminist philosophers have critiqued and expanded ethical theories to address issues of gender and power.</a:t>
            </a:r>
          </a:p>
        </p:txBody>
      </p:sp>
    </p:spTree>
    <p:extLst>
      <p:ext uri="{BB962C8B-B14F-4D97-AF65-F5344CB8AC3E}">
        <p14:creationId xmlns:p14="http://schemas.microsoft.com/office/powerpoint/2010/main" val="3201746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3972411" y="-746454"/>
            <a:ext cx="6767512" cy="2811462"/>
          </a:xfrm>
        </p:spPr>
        <p:txBody>
          <a:bodyPr/>
          <a:lstStyle/>
          <a:p>
            <a:r>
              <a:rPr lang="en-US" dirty="0"/>
              <a:t>summary</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a:xfrm>
            <a:off x="10003536" y="472108"/>
            <a:ext cx="987552" cy="244503"/>
          </a:xfrm>
        </p:spPr>
        <p:txBody>
          <a:bodyPr/>
          <a:lstStyle/>
          <a:p>
            <a:fld id="{48F63A3B-78C7-47BE-AE5E-E10140E04643}" type="slidenum">
              <a:rPr lang="en-US" smtClean="0"/>
              <a:pPr/>
              <a:t>6</a:t>
            </a:fld>
            <a:endParaRPr lang="en-US" dirty="0"/>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944609" y="2074339"/>
            <a:ext cx="7989243" cy="4457090"/>
          </a:xfrm>
        </p:spPr>
        <p:txBody>
          <a:bodyPr>
            <a:noAutofit/>
          </a:bodyPr>
          <a:lstStyle/>
          <a:p>
            <a:r>
              <a:rPr lang="en-US" sz="1800" dirty="0"/>
              <a:t>Ancient Ethics: Virtue ethics (Aristotle) and deontological ethics (Kant) focused on character and moral duties.</a:t>
            </a:r>
          </a:p>
          <a:p>
            <a:endParaRPr lang="en-US" sz="1800" dirty="0"/>
          </a:p>
          <a:p>
            <a:r>
              <a:rPr lang="en-US" sz="1800" dirty="0"/>
              <a:t>Consequentialism: Utilitarianism (Bentham and Mill) emphasized maximizing overall happiness as the right action.</a:t>
            </a:r>
          </a:p>
          <a:p>
            <a:endParaRPr lang="en-US" sz="1800" dirty="0"/>
          </a:p>
          <a:p>
            <a:r>
              <a:rPr lang="en-US" sz="1800" dirty="0" err="1"/>
              <a:t>Contractualism</a:t>
            </a:r>
            <a:r>
              <a:rPr lang="en-US" sz="1800" dirty="0"/>
              <a:t>: Social contract theories (Hobbes, Locke, Rousseau) explored morality based on a social contract for mutual benefit.</a:t>
            </a:r>
          </a:p>
          <a:p>
            <a:endParaRPr lang="en-US" sz="1800" dirty="0"/>
          </a:p>
          <a:p>
            <a:r>
              <a:rPr lang="en-US" sz="1800" dirty="0"/>
              <a:t>Post-Kantian and Pragmatic Ethics: Nietzsche critiqued traditional morality, while pragmatists like Peirce emphasized practical reasoning.</a:t>
            </a:r>
          </a:p>
          <a:p>
            <a:endParaRPr lang="en-US" sz="1800" dirty="0"/>
          </a:p>
          <a:p>
            <a:r>
              <a:rPr lang="en-US" sz="1800" dirty="0"/>
              <a:t>Contemporary Ethical Theories: Modern developments in deontology, virtue ethics, care ethics, feminist ethics, and more.</a:t>
            </a:r>
          </a:p>
          <a:p>
            <a:endParaRPr lang="en-US" sz="1800" dirty="0"/>
          </a:p>
        </p:txBody>
      </p:sp>
    </p:spTree>
    <p:extLst>
      <p:ext uri="{BB962C8B-B14F-4D97-AF65-F5344CB8AC3E}">
        <p14:creationId xmlns:p14="http://schemas.microsoft.com/office/powerpoint/2010/main" val="2555741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527049" y="327989"/>
            <a:ext cx="4363306" cy="3101011"/>
          </a:xfrm>
        </p:spPr>
        <p:txBody>
          <a:bodyPr/>
          <a:lstStyle/>
          <a:p>
            <a:r>
              <a:rPr lang="en-US" dirty="0"/>
              <a:t>THANK YOU😊 </a:t>
            </a:r>
          </a:p>
        </p:txBody>
      </p:sp>
      <p:sp>
        <p:nvSpPr>
          <p:cNvPr id="3" name="Subtitle 2">
            <a:extLst>
              <a:ext uri="{FF2B5EF4-FFF2-40B4-BE49-F238E27FC236}">
                <a16:creationId xmlns:a16="http://schemas.microsoft.com/office/drawing/2014/main" id="{B787DFD8-D262-D485-B1F2-817C5A0928C5}"/>
              </a:ext>
            </a:extLst>
          </p:cNvPr>
          <p:cNvSpPr>
            <a:spLocks noGrp="1"/>
          </p:cNvSpPr>
          <p:nvPr>
            <p:ph type="subTitle" idx="1"/>
          </p:nvPr>
        </p:nvSpPr>
        <p:spPr>
          <a:xfrm>
            <a:off x="1339690" y="3830217"/>
            <a:ext cx="4550664" cy="2314448"/>
          </a:xfrm>
        </p:spPr>
        <p:txBody>
          <a:bodyPr>
            <a:normAutofit/>
          </a:bodyPr>
          <a:lstStyle/>
          <a:p>
            <a:r>
              <a:rPr lang="en-US" dirty="0"/>
              <a:t>Any Questions?</a:t>
            </a:r>
          </a:p>
        </p:txBody>
      </p:sp>
    </p:spTree>
    <p:extLst>
      <p:ext uri="{BB962C8B-B14F-4D97-AF65-F5344CB8AC3E}">
        <p14:creationId xmlns:p14="http://schemas.microsoft.com/office/powerpoint/2010/main" val="100396242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LW_V5" id="{4FE3E7F2-DE97-43FB-9854-C2719499B15F}" vid="{37DF82F1-E382-44D9-A149-92ACBBF70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D542F6-3184-4387-BE39-8DA735EB550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117FA41-AE03-4A0A-A9B0-817CABD09473}">
  <ds:schemaRefs>
    <ds:schemaRef ds:uri="http://schemas.microsoft.com/sharepoint/v3/contenttype/forms"/>
  </ds:schemaRefs>
</ds:datastoreItem>
</file>

<file path=customXml/itemProps3.xml><?xml version="1.0" encoding="utf-8"?>
<ds:datastoreItem xmlns:ds="http://schemas.openxmlformats.org/officeDocument/2006/customXml" ds:itemID="{52D6F65D-59DB-459C-812A-E954DE5F05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{7021B6C4-B97C-4063-9C83-60826400734E}tf78438558_win32</Template>
  <TotalTime>125</TotalTime>
  <Words>484</Words>
  <Application>Microsoft Office PowerPoint</Application>
  <PresentationFormat>Widescreen</PresentationFormat>
  <Paragraphs>45</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Black</vt:lpstr>
      <vt:lpstr>Calibri</vt:lpstr>
      <vt:lpstr>Sabon Next LT</vt:lpstr>
      <vt:lpstr>Custom</vt:lpstr>
      <vt:lpstr>The development of ethical theory</vt:lpstr>
      <vt:lpstr>AGENDA</vt:lpstr>
      <vt:lpstr>introduction</vt:lpstr>
      <vt:lpstr>introduction</vt:lpstr>
      <vt:lpstr>History</vt:lpstr>
      <vt:lpstr>summary</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development of ethical theory</dc:title>
  <dc:subject/>
  <dc:creator>Raabel Kothari</dc:creator>
  <cp:lastModifiedBy>Raabel Kothari</cp:lastModifiedBy>
  <cp:revision>1</cp:revision>
  <dcterms:created xsi:type="dcterms:W3CDTF">2023-10-19T17:29:36Z</dcterms:created>
  <dcterms:modified xsi:type="dcterms:W3CDTF">2023-10-19T19:35:04Z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